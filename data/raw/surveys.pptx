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F2F4B9-7DBF-4B64-9684-612BE5728C58}" v="65" dt="2024-09-17T08:10:21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484" autoAdjust="0"/>
  </p:normalViewPr>
  <p:slideViewPr>
    <p:cSldViewPr snapToGrid="0">
      <p:cViewPr varScale="1">
        <p:scale>
          <a:sx n="103" d="100"/>
          <a:sy n="103" d="100"/>
        </p:scale>
        <p:origin x="17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njniosh-my.sharepoint.com/personal/sugaya-nagisa_h_jniosh_johas_go_jp/Documents/&#12487;&#12473;&#12463;&#12488;&#12483;&#12503;/&#35542;&#25991;&#12539;&#23398;&#20250;&#30330;&#34920;/&#35542;&#25991;/Sugaya_COVID_4yrs/newly_confirmed_cases_dail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njniosh-my.sharepoint.com/personal/sugaya-nagisa_h_jniosh_johas_go_jp/Documents/&#12487;&#12473;&#12463;&#12488;&#12483;&#12503;/&#35542;&#25991;&#12539;&#23398;&#20250;&#30330;&#34920;/&#35542;&#25991;/Sugaya_COVID_4yrs/newly_confirmed_cases_dail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Covid-19 positives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Sheet1!$A$2:$A$1134</c:f>
              <c:strCache>
                <c:ptCount val="1126"/>
                <c:pt idx="0">
                  <c:v>April 1, 2020</c:v>
                </c:pt>
                <c:pt idx="30">
                  <c:v>May 1, 2020</c:v>
                </c:pt>
                <c:pt idx="61">
                  <c:v>June 1, 2020</c:v>
                </c:pt>
                <c:pt idx="91">
                  <c:v>July 1, 2020</c:v>
                </c:pt>
                <c:pt idx="122">
                  <c:v>August 1, 2020</c:v>
                </c:pt>
                <c:pt idx="153">
                  <c:v>September 1, 2020</c:v>
                </c:pt>
                <c:pt idx="183">
                  <c:v>October 1, 2020</c:v>
                </c:pt>
                <c:pt idx="214">
                  <c:v>November 1, 2020</c:v>
                </c:pt>
                <c:pt idx="244">
                  <c:v>December 1, 2020</c:v>
                </c:pt>
                <c:pt idx="275">
                  <c:v>January 1, 2021</c:v>
                </c:pt>
                <c:pt idx="306">
                  <c:v>February 1, 2021</c:v>
                </c:pt>
                <c:pt idx="334">
                  <c:v>March 1, 2021</c:v>
                </c:pt>
                <c:pt idx="365">
                  <c:v>April 1, 2021</c:v>
                </c:pt>
                <c:pt idx="395">
                  <c:v>May 1, 2021</c:v>
                </c:pt>
                <c:pt idx="426">
                  <c:v>June 1, 2021</c:v>
                </c:pt>
                <c:pt idx="456">
                  <c:v>July 1, 2021</c:v>
                </c:pt>
                <c:pt idx="487">
                  <c:v>August 1, 2021</c:v>
                </c:pt>
                <c:pt idx="518">
                  <c:v>September 1, 2021</c:v>
                </c:pt>
                <c:pt idx="548">
                  <c:v>October 1, 2021</c:v>
                </c:pt>
                <c:pt idx="579">
                  <c:v>November 1, 2021</c:v>
                </c:pt>
                <c:pt idx="609">
                  <c:v>December 1, 2021</c:v>
                </c:pt>
                <c:pt idx="640">
                  <c:v>January 1, 2022</c:v>
                </c:pt>
                <c:pt idx="671">
                  <c:v>February 1, 2022</c:v>
                </c:pt>
                <c:pt idx="699">
                  <c:v>March 1, 2022</c:v>
                </c:pt>
                <c:pt idx="730">
                  <c:v>April 1, 2022</c:v>
                </c:pt>
                <c:pt idx="760">
                  <c:v>May 1, 2022</c:v>
                </c:pt>
                <c:pt idx="791">
                  <c:v>June 1, 2022</c:v>
                </c:pt>
                <c:pt idx="821">
                  <c:v>July 1, 2022</c:v>
                </c:pt>
                <c:pt idx="852">
                  <c:v>August 1, 2022</c:v>
                </c:pt>
                <c:pt idx="883">
                  <c:v>September 1, 2022</c:v>
                </c:pt>
                <c:pt idx="913">
                  <c:v>October 1, 2022</c:v>
                </c:pt>
                <c:pt idx="944">
                  <c:v>November 1, 2022</c:v>
                </c:pt>
                <c:pt idx="974">
                  <c:v>December 1, 2022</c:v>
                </c:pt>
                <c:pt idx="1005">
                  <c:v>January 1, 2023</c:v>
                </c:pt>
                <c:pt idx="1036">
                  <c:v>February 1, 2023</c:v>
                </c:pt>
                <c:pt idx="1064">
                  <c:v>March 1, 2023</c:v>
                </c:pt>
                <c:pt idx="1095">
                  <c:v>April 1, 2023</c:v>
                </c:pt>
                <c:pt idx="1125">
                  <c:v>May 1, 2023</c:v>
                </c:pt>
              </c:strCache>
            </c:strRef>
          </c:cat>
          <c:val>
            <c:numRef>
              <c:f>Sheet1!$C$2:$C$1134</c:f>
              <c:numCache>
                <c:formatCode>General</c:formatCode>
                <c:ptCount val="1133"/>
                <c:pt idx="0">
                  <c:v>257</c:v>
                </c:pt>
                <c:pt idx="1">
                  <c:v>281</c:v>
                </c:pt>
                <c:pt idx="2">
                  <c:v>353</c:v>
                </c:pt>
                <c:pt idx="3">
                  <c:v>365</c:v>
                </c:pt>
                <c:pt idx="4">
                  <c:v>346</c:v>
                </c:pt>
                <c:pt idx="5">
                  <c:v>248</c:v>
                </c:pt>
                <c:pt idx="6">
                  <c:v>365</c:v>
                </c:pt>
                <c:pt idx="7">
                  <c:v>522</c:v>
                </c:pt>
                <c:pt idx="8">
                  <c:v>574</c:v>
                </c:pt>
                <c:pt idx="9">
                  <c:v>640</c:v>
                </c:pt>
                <c:pt idx="10">
                  <c:v>644</c:v>
                </c:pt>
                <c:pt idx="11">
                  <c:v>486</c:v>
                </c:pt>
                <c:pt idx="12">
                  <c:v>387</c:v>
                </c:pt>
                <c:pt idx="13">
                  <c:v>446</c:v>
                </c:pt>
                <c:pt idx="14">
                  <c:v>552</c:v>
                </c:pt>
                <c:pt idx="15">
                  <c:v>558</c:v>
                </c:pt>
                <c:pt idx="16">
                  <c:v>572</c:v>
                </c:pt>
                <c:pt idx="17">
                  <c:v>577</c:v>
                </c:pt>
                <c:pt idx="18">
                  <c:v>377</c:v>
                </c:pt>
                <c:pt idx="19">
                  <c:v>346</c:v>
                </c:pt>
                <c:pt idx="20">
                  <c:v>389</c:v>
                </c:pt>
                <c:pt idx="21">
                  <c:v>446</c:v>
                </c:pt>
                <c:pt idx="22">
                  <c:v>439</c:v>
                </c:pt>
                <c:pt idx="23">
                  <c:v>444</c:v>
                </c:pt>
                <c:pt idx="24">
                  <c:v>371</c:v>
                </c:pt>
                <c:pt idx="25">
                  <c:v>224</c:v>
                </c:pt>
                <c:pt idx="26">
                  <c:v>182</c:v>
                </c:pt>
                <c:pt idx="27">
                  <c:v>279</c:v>
                </c:pt>
                <c:pt idx="28">
                  <c:v>217</c:v>
                </c:pt>
                <c:pt idx="29">
                  <c:v>202</c:v>
                </c:pt>
                <c:pt idx="30">
                  <c:v>282</c:v>
                </c:pt>
                <c:pt idx="31">
                  <c:v>288</c:v>
                </c:pt>
                <c:pt idx="32">
                  <c:v>195</c:v>
                </c:pt>
                <c:pt idx="33">
                  <c:v>181</c:v>
                </c:pt>
                <c:pt idx="34">
                  <c:v>119</c:v>
                </c:pt>
                <c:pt idx="35">
                  <c:v>104</c:v>
                </c:pt>
                <c:pt idx="36">
                  <c:v>107</c:v>
                </c:pt>
                <c:pt idx="37">
                  <c:v>88</c:v>
                </c:pt>
                <c:pt idx="38">
                  <c:v>108</c:v>
                </c:pt>
                <c:pt idx="39">
                  <c:v>66</c:v>
                </c:pt>
                <c:pt idx="40">
                  <c:v>58</c:v>
                </c:pt>
                <c:pt idx="41">
                  <c:v>87</c:v>
                </c:pt>
                <c:pt idx="42">
                  <c:v>55</c:v>
                </c:pt>
                <c:pt idx="43">
                  <c:v>99</c:v>
                </c:pt>
                <c:pt idx="44">
                  <c:v>55</c:v>
                </c:pt>
                <c:pt idx="45">
                  <c:v>56</c:v>
                </c:pt>
                <c:pt idx="46">
                  <c:v>29</c:v>
                </c:pt>
                <c:pt idx="47">
                  <c:v>30</c:v>
                </c:pt>
                <c:pt idx="48">
                  <c:v>32</c:v>
                </c:pt>
                <c:pt idx="49">
                  <c:v>37</c:v>
                </c:pt>
                <c:pt idx="50">
                  <c:v>45</c:v>
                </c:pt>
                <c:pt idx="51">
                  <c:v>30</c:v>
                </c:pt>
                <c:pt idx="52">
                  <c:v>30</c:v>
                </c:pt>
                <c:pt idx="53">
                  <c:v>40</c:v>
                </c:pt>
                <c:pt idx="54">
                  <c:v>22</c:v>
                </c:pt>
                <c:pt idx="55">
                  <c:v>27</c:v>
                </c:pt>
                <c:pt idx="56">
                  <c:v>37</c:v>
                </c:pt>
                <c:pt idx="57">
                  <c:v>62</c:v>
                </c:pt>
                <c:pt idx="58">
                  <c:v>63</c:v>
                </c:pt>
                <c:pt idx="59">
                  <c:v>46</c:v>
                </c:pt>
                <c:pt idx="60">
                  <c:v>33</c:v>
                </c:pt>
                <c:pt idx="61">
                  <c:v>36</c:v>
                </c:pt>
                <c:pt idx="62">
                  <c:v>51</c:v>
                </c:pt>
                <c:pt idx="63">
                  <c:v>26</c:v>
                </c:pt>
                <c:pt idx="64">
                  <c:v>45</c:v>
                </c:pt>
                <c:pt idx="65">
                  <c:v>41</c:v>
                </c:pt>
                <c:pt idx="66">
                  <c:v>45</c:v>
                </c:pt>
                <c:pt idx="67">
                  <c:v>32</c:v>
                </c:pt>
                <c:pt idx="68">
                  <c:v>22</c:v>
                </c:pt>
                <c:pt idx="69">
                  <c:v>30</c:v>
                </c:pt>
                <c:pt idx="70">
                  <c:v>36</c:v>
                </c:pt>
                <c:pt idx="71">
                  <c:v>40</c:v>
                </c:pt>
                <c:pt idx="72">
                  <c:v>57</c:v>
                </c:pt>
                <c:pt idx="73">
                  <c:v>43</c:v>
                </c:pt>
                <c:pt idx="74">
                  <c:v>62</c:v>
                </c:pt>
                <c:pt idx="75">
                  <c:v>60</c:v>
                </c:pt>
                <c:pt idx="76">
                  <c:v>42</c:v>
                </c:pt>
                <c:pt idx="77">
                  <c:v>43</c:v>
                </c:pt>
                <c:pt idx="78">
                  <c:v>68</c:v>
                </c:pt>
                <c:pt idx="79">
                  <c:v>54</c:v>
                </c:pt>
                <c:pt idx="80">
                  <c:v>65</c:v>
                </c:pt>
                <c:pt idx="81">
                  <c:v>48</c:v>
                </c:pt>
                <c:pt idx="82">
                  <c:v>40</c:v>
                </c:pt>
                <c:pt idx="83">
                  <c:v>53</c:v>
                </c:pt>
                <c:pt idx="84">
                  <c:v>89</c:v>
                </c:pt>
                <c:pt idx="85">
                  <c:v>79</c:v>
                </c:pt>
                <c:pt idx="86">
                  <c:v>99</c:v>
                </c:pt>
                <c:pt idx="87">
                  <c:v>88</c:v>
                </c:pt>
                <c:pt idx="88">
                  <c:v>111</c:v>
                </c:pt>
                <c:pt idx="89">
                  <c:v>110</c:v>
                </c:pt>
                <c:pt idx="90">
                  <c:v>132</c:v>
                </c:pt>
                <c:pt idx="91">
                  <c:v>125</c:v>
                </c:pt>
                <c:pt idx="92">
                  <c:v>194</c:v>
                </c:pt>
                <c:pt idx="93">
                  <c:v>249</c:v>
                </c:pt>
                <c:pt idx="94">
                  <c:v>268</c:v>
                </c:pt>
                <c:pt idx="95">
                  <c:v>195</c:v>
                </c:pt>
                <c:pt idx="96">
                  <c:v>174</c:v>
                </c:pt>
                <c:pt idx="97">
                  <c:v>203</c:v>
                </c:pt>
                <c:pt idx="98">
                  <c:v>203</c:v>
                </c:pt>
                <c:pt idx="99">
                  <c:v>352</c:v>
                </c:pt>
                <c:pt idx="100">
                  <c:v>418</c:v>
                </c:pt>
                <c:pt idx="101">
                  <c:v>374</c:v>
                </c:pt>
                <c:pt idx="102">
                  <c:v>390</c:v>
                </c:pt>
                <c:pt idx="103">
                  <c:v>246</c:v>
                </c:pt>
                <c:pt idx="104">
                  <c:v>326</c:v>
                </c:pt>
                <c:pt idx="105">
                  <c:v>438</c:v>
                </c:pt>
                <c:pt idx="106">
                  <c:v>619</c:v>
                </c:pt>
                <c:pt idx="107">
                  <c:v>588</c:v>
                </c:pt>
                <c:pt idx="108">
                  <c:v>654</c:v>
                </c:pt>
                <c:pt idx="109">
                  <c:v>501</c:v>
                </c:pt>
                <c:pt idx="110">
                  <c:v>405</c:v>
                </c:pt>
                <c:pt idx="111">
                  <c:v>618</c:v>
                </c:pt>
                <c:pt idx="112">
                  <c:v>792</c:v>
                </c:pt>
                <c:pt idx="113">
                  <c:v>966</c:v>
                </c:pt>
                <c:pt idx="114">
                  <c:v>766</c:v>
                </c:pt>
                <c:pt idx="115">
                  <c:v>796</c:v>
                </c:pt>
                <c:pt idx="116">
                  <c:v>834</c:v>
                </c:pt>
                <c:pt idx="117">
                  <c:v>583</c:v>
                </c:pt>
                <c:pt idx="118">
                  <c:v>971</c:v>
                </c:pt>
                <c:pt idx="119">
                  <c:v>1245</c:v>
                </c:pt>
                <c:pt idx="120">
                  <c:v>1305</c:v>
                </c:pt>
                <c:pt idx="121">
                  <c:v>1575</c:v>
                </c:pt>
                <c:pt idx="122">
                  <c:v>1537</c:v>
                </c:pt>
                <c:pt idx="123">
                  <c:v>1325</c:v>
                </c:pt>
                <c:pt idx="124">
                  <c:v>941</c:v>
                </c:pt>
                <c:pt idx="125">
                  <c:v>1240</c:v>
                </c:pt>
                <c:pt idx="126">
                  <c:v>1344</c:v>
                </c:pt>
                <c:pt idx="127">
                  <c:v>1479</c:v>
                </c:pt>
                <c:pt idx="128">
                  <c:v>1597</c:v>
                </c:pt>
                <c:pt idx="129">
                  <c:v>1521</c:v>
                </c:pt>
                <c:pt idx="130">
                  <c:v>1485</c:v>
                </c:pt>
                <c:pt idx="131">
                  <c:v>829</c:v>
                </c:pt>
                <c:pt idx="132">
                  <c:v>691</c:v>
                </c:pt>
                <c:pt idx="133">
                  <c:v>969</c:v>
                </c:pt>
                <c:pt idx="134">
                  <c:v>1175</c:v>
                </c:pt>
                <c:pt idx="135">
                  <c:v>1355</c:v>
                </c:pt>
                <c:pt idx="136">
                  <c:v>1233</c:v>
                </c:pt>
                <c:pt idx="137">
                  <c:v>1015</c:v>
                </c:pt>
                <c:pt idx="138">
                  <c:v>630</c:v>
                </c:pt>
                <c:pt idx="139">
                  <c:v>903</c:v>
                </c:pt>
                <c:pt idx="140">
                  <c:v>1078</c:v>
                </c:pt>
                <c:pt idx="141">
                  <c:v>1176</c:v>
                </c:pt>
                <c:pt idx="142">
                  <c:v>1035</c:v>
                </c:pt>
                <c:pt idx="143">
                  <c:v>985</c:v>
                </c:pt>
                <c:pt idx="144">
                  <c:v>737</c:v>
                </c:pt>
                <c:pt idx="145">
                  <c:v>491</c:v>
                </c:pt>
                <c:pt idx="146">
                  <c:v>709</c:v>
                </c:pt>
                <c:pt idx="147">
                  <c:v>893</c:v>
                </c:pt>
                <c:pt idx="148">
                  <c:v>870</c:v>
                </c:pt>
                <c:pt idx="149">
                  <c:v>869</c:v>
                </c:pt>
                <c:pt idx="150">
                  <c:v>841</c:v>
                </c:pt>
                <c:pt idx="151">
                  <c:v>598</c:v>
                </c:pt>
                <c:pt idx="152">
                  <c:v>430</c:v>
                </c:pt>
                <c:pt idx="153">
                  <c:v>624</c:v>
                </c:pt>
                <c:pt idx="154">
                  <c:v>585</c:v>
                </c:pt>
                <c:pt idx="155">
                  <c:v>654</c:v>
                </c:pt>
                <c:pt idx="156">
                  <c:v>582</c:v>
                </c:pt>
                <c:pt idx="157">
                  <c:v>598</c:v>
                </c:pt>
                <c:pt idx="158">
                  <c:v>447</c:v>
                </c:pt>
                <c:pt idx="159">
                  <c:v>285</c:v>
                </c:pt>
                <c:pt idx="160">
                  <c:v>510</c:v>
                </c:pt>
                <c:pt idx="161">
                  <c:v>507</c:v>
                </c:pt>
                <c:pt idx="162">
                  <c:v>709</c:v>
                </c:pt>
                <c:pt idx="163">
                  <c:v>637</c:v>
                </c:pt>
                <c:pt idx="164">
                  <c:v>639</c:v>
                </c:pt>
                <c:pt idx="165">
                  <c:v>438</c:v>
                </c:pt>
                <c:pt idx="166">
                  <c:v>262</c:v>
                </c:pt>
                <c:pt idx="167">
                  <c:v>530</c:v>
                </c:pt>
                <c:pt idx="168">
                  <c:v>543</c:v>
                </c:pt>
                <c:pt idx="169">
                  <c:v>478</c:v>
                </c:pt>
                <c:pt idx="170">
                  <c:v>569</c:v>
                </c:pt>
                <c:pt idx="171">
                  <c:v>592</c:v>
                </c:pt>
                <c:pt idx="172">
                  <c:v>469</c:v>
                </c:pt>
                <c:pt idx="173">
                  <c:v>306</c:v>
                </c:pt>
                <c:pt idx="174">
                  <c:v>321</c:v>
                </c:pt>
                <c:pt idx="175">
                  <c:v>216</c:v>
                </c:pt>
                <c:pt idx="176">
                  <c:v>475</c:v>
                </c:pt>
                <c:pt idx="177">
                  <c:v>567</c:v>
                </c:pt>
                <c:pt idx="178">
                  <c:v>634</c:v>
                </c:pt>
                <c:pt idx="179">
                  <c:v>478</c:v>
                </c:pt>
                <c:pt idx="180">
                  <c:v>294</c:v>
                </c:pt>
                <c:pt idx="181">
                  <c:v>527</c:v>
                </c:pt>
                <c:pt idx="182">
                  <c:v>569</c:v>
                </c:pt>
                <c:pt idx="183">
                  <c:v>619</c:v>
                </c:pt>
                <c:pt idx="184">
                  <c:v>537</c:v>
                </c:pt>
                <c:pt idx="185">
                  <c:v>562</c:v>
                </c:pt>
                <c:pt idx="186">
                  <c:v>394</c:v>
                </c:pt>
                <c:pt idx="187">
                  <c:v>269</c:v>
                </c:pt>
                <c:pt idx="188">
                  <c:v>495</c:v>
                </c:pt>
                <c:pt idx="189">
                  <c:v>502</c:v>
                </c:pt>
                <c:pt idx="190">
                  <c:v>623</c:v>
                </c:pt>
                <c:pt idx="191">
                  <c:v>594</c:v>
                </c:pt>
                <c:pt idx="192">
                  <c:v>666</c:v>
                </c:pt>
                <c:pt idx="193">
                  <c:v>431</c:v>
                </c:pt>
                <c:pt idx="194">
                  <c:v>272</c:v>
                </c:pt>
                <c:pt idx="195">
                  <c:v>491</c:v>
                </c:pt>
                <c:pt idx="196">
                  <c:v>550</c:v>
                </c:pt>
                <c:pt idx="197">
                  <c:v>703</c:v>
                </c:pt>
                <c:pt idx="198">
                  <c:v>633</c:v>
                </c:pt>
                <c:pt idx="199">
                  <c:v>611</c:v>
                </c:pt>
                <c:pt idx="200">
                  <c:v>422</c:v>
                </c:pt>
                <c:pt idx="201">
                  <c:v>313</c:v>
                </c:pt>
                <c:pt idx="202">
                  <c:v>475</c:v>
                </c:pt>
                <c:pt idx="203">
                  <c:v>611</c:v>
                </c:pt>
                <c:pt idx="204">
                  <c:v>609</c:v>
                </c:pt>
                <c:pt idx="205">
                  <c:v>742</c:v>
                </c:pt>
                <c:pt idx="206">
                  <c:v>712</c:v>
                </c:pt>
                <c:pt idx="207">
                  <c:v>486</c:v>
                </c:pt>
                <c:pt idx="208">
                  <c:v>401</c:v>
                </c:pt>
                <c:pt idx="209">
                  <c:v>646</c:v>
                </c:pt>
                <c:pt idx="210">
                  <c:v>724</c:v>
                </c:pt>
                <c:pt idx="211">
                  <c:v>803</c:v>
                </c:pt>
                <c:pt idx="212">
                  <c:v>767</c:v>
                </c:pt>
                <c:pt idx="213">
                  <c:v>866</c:v>
                </c:pt>
                <c:pt idx="214">
                  <c:v>603</c:v>
                </c:pt>
                <c:pt idx="215">
                  <c:v>480</c:v>
                </c:pt>
                <c:pt idx="216">
                  <c:v>860</c:v>
                </c:pt>
                <c:pt idx="217">
                  <c:v>606</c:v>
                </c:pt>
                <c:pt idx="218">
                  <c:v>1046</c:v>
                </c:pt>
                <c:pt idx="219">
                  <c:v>1137</c:v>
                </c:pt>
                <c:pt idx="220">
                  <c:v>1301</c:v>
                </c:pt>
                <c:pt idx="221">
                  <c:v>934</c:v>
                </c:pt>
                <c:pt idx="222">
                  <c:v>770</c:v>
                </c:pt>
                <c:pt idx="223">
                  <c:v>1276</c:v>
                </c:pt>
                <c:pt idx="224">
                  <c:v>1540</c:v>
                </c:pt>
                <c:pt idx="225">
                  <c:v>1624</c:v>
                </c:pt>
                <c:pt idx="226">
                  <c:v>1703</c:v>
                </c:pt>
                <c:pt idx="227">
                  <c:v>1721</c:v>
                </c:pt>
                <c:pt idx="228">
                  <c:v>1428</c:v>
                </c:pt>
                <c:pt idx="229">
                  <c:v>949</c:v>
                </c:pt>
                <c:pt idx="230">
                  <c:v>1685</c:v>
                </c:pt>
                <c:pt idx="231">
                  <c:v>2173</c:v>
                </c:pt>
                <c:pt idx="232">
                  <c:v>2382</c:v>
                </c:pt>
                <c:pt idx="233">
                  <c:v>2425</c:v>
                </c:pt>
                <c:pt idx="234">
                  <c:v>2570</c:v>
                </c:pt>
                <c:pt idx="235">
                  <c:v>2146</c:v>
                </c:pt>
                <c:pt idx="236">
                  <c:v>1513</c:v>
                </c:pt>
                <c:pt idx="237">
                  <c:v>1219</c:v>
                </c:pt>
                <c:pt idx="238">
                  <c:v>1925</c:v>
                </c:pt>
                <c:pt idx="239">
                  <c:v>2494</c:v>
                </c:pt>
                <c:pt idx="240">
                  <c:v>2510</c:v>
                </c:pt>
                <c:pt idx="241">
                  <c:v>2667</c:v>
                </c:pt>
                <c:pt idx="242">
                  <c:v>2046</c:v>
                </c:pt>
                <c:pt idx="243">
                  <c:v>1425</c:v>
                </c:pt>
                <c:pt idx="244">
                  <c:v>2014</c:v>
                </c:pt>
                <c:pt idx="245">
                  <c:v>2419</c:v>
                </c:pt>
                <c:pt idx="246">
                  <c:v>2505</c:v>
                </c:pt>
                <c:pt idx="247">
                  <c:v>2435</c:v>
                </c:pt>
                <c:pt idx="248">
                  <c:v>2496</c:v>
                </c:pt>
                <c:pt idx="249">
                  <c:v>2010</c:v>
                </c:pt>
                <c:pt idx="250">
                  <c:v>1502</c:v>
                </c:pt>
                <c:pt idx="251">
                  <c:v>2166</c:v>
                </c:pt>
                <c:pt idx="252">
                  <c:v>2801</c:v>
                </c:pt>
                <c:pt idx="253">
                  <c:v>2966</c:v>
                </c:pt>
                <c:pt idx="254">
                  <c:v>2795</c:v>
                </c:pt>
                <c:pt idx="255">
                  <c:v>3010</c:v>
                </c:pt>
                <c:pt idx="256">
                  <c:v>2375</c:v>
                </c:pt>
                <c:pt idx="257">
                  <c:v>1681</c:v>
                </c:pt>
                <c:pt idx="258">
                  <c:v>2400</c:v>
                </c:pt>
                <c:pt idx="259">
                  <c:v>2990</c:v>
                </c:pt>
                <c:pt idx="260">
                  <c:v>3206</c:v>
                </c:pt>
                <c:pt idx="261">
                  <c:v>2832</c:v>
                </c:pt>
                <c:pt idx="262">
                  <c:v>3040</c:v>
                </c:pt>
                <c:pt idx="263">
                  <c:v>2398</c:v>
                </c:pt>
                <c:pt idx="264">
                  <c:v>1791</c:v>
                </c:pt>
                <c:pt idx="265">
                  <c:v>2674</c:v>
                </c:pt>
                <c:pt idx="266">
                  <c:v>3270</c:v>
                </c:pt>
                <c:pt idx="267">
                  <c:v>3797</c:v>
                </c:pt>
                <c:pt idx="268">
                  <c:v>3934</c:v>
                </c:pt>
                <c:pt idx="269">
                  <c:v>3702</c:v>
                </c:pt>
                <c:pt idx="270">
                  <c:v>2942</c:v>
                </c:pt>
                <c:pt idx="271">
                  <c:v>2397</c:v>
                </c:pt>
                <c:pt idx="272">
                  <c:v>3609</c:v>
                </c:pt>
                <c:pt idx="273">
                  <c:v>3884</c:v>
                </c:pt>
                <c:pt idx="274">
                  <c:v>4500</c:v>
                </c:pt>
                <c:pt idx="275">
                  <c:v>3248</c:v>
                </c:pt>
                <c:pt idx="276">
                  <c:v>3057</c:v>
                </c:pt>
                <c:pt idx="277">
                  <c:v>3139</c:v>
                </c:pt>
                <c:pt idx="278">
                  <c:v>3330</c:v>
                </c:pt>
                <c:pt idx="279">
                  <c:v>4958</c:v>
                </c:pt>
                <c:pt idx="280">
                  <c:v>6066</c:v>
                </c:pt>
                <c:pt idx="281">
                  <c:v>7793</c:v>
                </c:pt>
                <c:pt idx="282">
                  <c:v>8045</c:v>
                </c:pt>
                <c:pt idx="283">
                  <c:v>7528</c:v>
                </c:pt>
                <c:pt idx="284">
                  <c:v>6130</c:v>
                </c:pt>
                <c:pt idx="285">
                  <c:v>4901</c:v>
                </c:pt>
                <c:pt idx="286">
                  <c:v>4630</c:v>
                </c:pt>
                <c:pt idx="287">
                  <c:v>6086</c:v>
                </c:pt>
                <c:pt idx="288">
                  <c:v>6749</c:v>
                </c:pt>
                <c:pt idx="289">
                  <c:v>6795</c:v>
                </c:pt>
                <c:pt idx="290">
                  <c:v>7028</c:v>
                </c:pt>
                <c:pt idx="291">
                  <c:v>5758</c:v>
                </c:pt>
                <c:pt idx="292">
                  <c:v>4947</c:v>
                </c:pt>
                <c:pt idx="293">
                  <c:v>5355</c:v>
                </c:pt>
                <c:pt idx="294">
                  <c:v>5643</c:v>
                </c:pt>
                <c:pt idx="295">
                  <c:v>5743</c:v>
                </c:pt>
                <c:pt idx="296">
                  <c:v>4821</c:v>
                </c:pt>
                <c:pt idx="297">
                  <c:v>4711</c:v>
                </c:pt>
                <c:pt idx="298">
                  <c:v>3988</c:v>
                </c:pt>
                <c:pt idx="299">
                  <c:v>2760</c:v>
                </c:pt>
                <c:pt idx="300">
                  <c:v>3851</c:v>
                </c:pt>
                <c:pt idx="301">
                  <c:v>3968</c:v>
                </c:pt>
                <c:pt idx="302">
                  <c:v>4122</c:v>
                </c:pt>
                <c:pt idx="303">
                  <c:v>3547</c:v>
                </c:pt>
                <c:pt idx="304">
                  <c:v>3330</c:v>
                </c:pt>
                <c:pt idx="305">
                  <c:v>2673</c:v>
                </c:pt>
                <c:pt idx="306">
                  <c:v>1782</c:v>
                </c:pt>
                <c:pt idx="307">
                  <c:v>2321</c:v>
                </c:pt>
                <c:pt idx="308">
                  <c:v>2648</c:v>
                </c:pt>
                <c:pt idx="309">
                  <c:v>2574</c:v>
                </c:pt>
                <c:pt idx="310">
                  <c:v>2371</c:v>
                </c:pt>
                <c:pt idx="311">
                  <c:v>2277</c:v>
                </c:pt>
                <c:pt idx="312">
                  <c:v>1627</c:v>
                </c:pt>
                <c:pt idx="313">
                  <c:v>1215</c:v>
                </c:pt>
                <c:pt idx="314">
                  <c:v>1568</c:v>
                </c:pt>
                <c:pt idx="315">
                  <c:v>1885</c:v>
                </c:pt>
                <c:pt idx="316">
                  <c:v>1689</c:v>
                </c:pt>
                <c:pt idx="317">
                  <c:v>1297</c:v>
                </c:pt>
                <c:pt idx="318">
                  <c:v>1355</c:v>
                </c:pt>
                <c:pt idx="319">
                  <c:v>1360</c:v>
                </c:pt>
                <c:pt idx="320">
                  <c:v>964</c:v>
                </c:pt>
                <c:pt idx="321">
                  <c:v>1305</c:v>
                </c:pt>
                <c:pt idx="322">
                  <c:v>1443</c:v>
                </c:pt>
                <c:pt idx="323">
                  <c:v>1540</c:v>
                </c:pt>
                <c:pt idx="324">
                  <c:v>1297</c:v>
                </c:pt>
                <c:pt idx="325">
                  <c:v>1228</c:v>
                </c:pt>
                <c:pt idx="326">
                  <c:v>1029</c:v>
                </c:pt>
                <c:pt idx="327">
                  <c:v>739</c:v>
                </c:pt>
                <c:pt idx="328">
                  <c:v>1078</c:v>
                </c:pt>
                <c:pt idx="329">
                  <c:v>923</c:v>
                </c:pt>
                <c:pt idx="330">
                  <c:v>1064</c:v>
                </c:pt>
                <c:pt idx="331">
                  <c:v>1057</c:v>
                </c:pt>
                <c:pt idx="332">
                  <c:v>1208</c:v>
                </c:pt>
                <c:pt idx="333">
                  <c:v>994</c:v>
                </c:pt>
                <c:pt idx="334">
                  <c:v>684</c:v>
                </c:pt>
                <c:pt idx="335">
                  <c:v>887</c:v>
                </c:pt>
                <c:pt idx="336">
                  <c:v>1240</c:v>
                </c:pt>
                <c:pt idx="337">
                  <c:v>1168</c:v>
                </c:pt>
                <c:pt idx="338">
                  <c:v>1145</c:v>
                </c:pt>
                <c:pt idx="339">
                  <c:v>1045</c:v>
                </c:pt>
                <c:pt idx="340">
                  <c:v>1061</c:v>
                </c:pt>
                <c:pt idx="341">
                  <c:v>599</c:v>
                </c:pt>
                <c:pt idx="342">
                  <c:v>1125</c:v>
                </c:pt>
                <c:pt idx="343">
                  <c:v>1309</c:v>
                </c:pt>
                <c:pt idx="344">
                  <c:v>1315</c:v>
                </c:pt>
                <c:pt idx="345">
                  <c:v>1268</c:v>
                </c:pt>
                <c:pt idx="346">
                  <c:v>1317</c:v>
                </c:pt>
                <c:pt idx="347">
                  <c:v>982</c:v>
                </c:pt>
                <c:pt idx="348">
                  <c:v>688</c:v>
                </c:pt>
                <c:pt idx="349">
                  <c:v>1130</c:v>
                </c:pt>
                <c:pt idx="350">
                  <c:v>1520</c:v>
                </c:pt>
                <c:pt idx="351">
                  <c:v>1492</c:v>
                </c:pt>
                <c:pt idx="352">
                  <c:v>1453</c:v>
                </c:pt>
                <c:pt idx="353">
                  <c:v>1517</c:v>
                </c:pt>
                <c:pt idx="354">
                  <c:v>1110</c:v>
                </c:pt>
                <c:pt idx="355">
                  <c:v>817</c:v>
                </c:pt>
                <c:pt idx="356">
                  <c:v>1485</c:v>
                </c:pt>
                <c:pt idx="357">
                  <c:v>1924</c:v>
                </c:pt>
                <c:pt idx="358">
                  <c:v>1914</c:v>
                </c:pt>
                <c:pt idx="359">
                  <c:v>2030</c:v>
                </c:pt>
                <c:pt idx="360">
                  <c:v>2073</c:v>
                </c:pt>
                <c:pt idx="361">
                  <c:v>1753</c:v>
                </c:pt>
                <c:pt idx="362">
                  <c:v>1340</c:v>
                </c:pt>
                <c:pt idx="363">
                  <c:v>2077</c:v>
                </c:pt>
                <c:pt idx="364">
                  <c:v>2832</c:v>
                </c:pt>
                <c:pt idx="365">
                  <c:v>2598</c:v>
                </c:pt>
                <c:pt idx="366">
                  <c:v>2742</c:v>
                </c:pt>
                <c:pt idx="367">
                  <c:v>2755</c:v>
                </c:pt>
                <c:pt idx="368">
                  <c:v>2459</c:v>
                </c:pt>
                <c:pt idx="369">
                  <c:v>1553</c:v>
                </c:pt>
                <c:pt idx="370">
                  <c:v>2652</c:v>
                </c:pt>
                <c:pt idx="371">
                  <c:v>3459</c:v>
                </c:pt>
                <c:pt idx="372">
                  <c:v>3455</c:v>
                </c:pt>
                <c:pt idx="373">
                  <c:v>3511</c:v>
                </c:pt>
                <c:pt idx="374">
                  <c:v>3742</c:v>
                </c:pt>
                <c:pt idx="375">
                  <c:v>2848</c:v>
                </c:pt>
                <c:pt idx="376">
                  <c:v>2100</c:v>
                </c:pt>
                <c:pt idx="377">
                  <c:v>3445</c:v>
                </c:pt>
                <c:pt idx="378">
                  <c:v>4302</c:v>
                </c:pt>
                <c:pt idx="379">
                  <c:v>4569</c:v>
                </c:pt>
                <c:pt idx="380">
                  <c:v>4518</c:v>
                </c:pt>
                <c:pt idx="381">
                  <c:v>4790</c:v>
                </c:pt>
                <c:pt idx="382">
                  <c:v>4087</c:v>
                </c:pt>
                <c:pt idx="383">
                  <c:v>2891</c:v>
                </c:pt>
                <c:pt idx="384">
                  <c:v>4327</c:v>
                </c:pt>
                <c:pt idx="385">
                  <c:v>5279</c:v>
                </c:pt>
                <c:pt idx="386">
                  <c:v>5473</c:v>
                </c:pt>
                <c:pt idx="387">
                  <c:v>5117</c:v>
                </c:pt>
                <c:pt idx="388">
                  <c:v>5601</c:v>
                </c:pt>
                <c:pt idx="389">
                  <c:v>4602</c:v>
                </c:pt>
                <c:pt idx="390">
                  <c:v>3303</c:v>
                </c:pt>
                <c:pt idx="391">
                  <c:v>4960</c:v>
                </c:pt>
                <c:pt idx="392">
                  <c:v>5790</c:v>
                </c:pt>
                <c:pt idx="393">
                  <c:v>5896</c:v>
                </c:pt>
                <c:pt idx="394">
                  <c:v>4658</c:v>
                </c:pt>
                <c:pt idx="395">
                  <c:v>5992</c:v>
                </c:pt>
                <c:pt idx="396">
                  <c:v>5880</c:v>
                </c:pt>
                <c:pt idx="397">
                  <c:v>4458</c:v>
                </c:pt>
                <c:pt idx="398">
                  <c:v>4195</c:v>
                </c:pt>
                <c:pt idx="399">
                  <c:v>4052</c:v>
                </c:pt>
                <c:pt idx="400">
                  <c:v>4351</c:v>
                </c:pt>
                <c:pt idx="401">
                  <c:v>6033</c:v>
                </c:pt>
                <c:pt idx="402">
                  <c:v>7244</c:v>
                </c:pt>
                <c:pt idx="403">
                  <c:v>6492</c:v>
                </c:pt>
                <c:pt idx="404">
                  <c:v>4926</c:v>
                </c:pt>
                <c:pt idx="405">
                  <c:v>6236</c:v>
                </c:pt>
                <c:pt idx="406">
                  <c:v>7059</c:v>
                </c:pt>
                <c:pt idx="407">
                  <c:v>6867</c:v>
                </c:pt>
                <c:pt idx="408">
                  <c:v>6268</c:v>
                </c:pt>
                <c:pt idx="409">
                  <c:v>6419</c:v>
                </c:pt>
                <c:pt idx="410">
                  <c:v>5248</c:v>
                </c:pt>
                <c:pt idx="411">
                  <c:v>3677</c:v>
                </c:pt>
                <c:pt idx="412">
                  <c:v>5228</c:v>
                </c:pt>
                <c:pt idx="413">
                  <c:v>5814</c:v>
                </c:pt>
                <c:pt idx="414">
                  <c:v>5712</c:v>
                </c:pt>
                <c:pt idx="415">
                  <c:v>5248</c:v>
                </c:pt>
                <c:pt idx="416">
                  <c:v>5032</c:v>
                </c:pt>
                <c:pt idx="417">
                  <c:v>4032</c:v>
                </c:pt>
                <c:pt idx="418">
                  <c:v>2710</c:v>
                </c:pt>
                <c:pt idx="419">
                  <c:v>3894</c:v>
                </c:pt>
                <c:pt idx="420">
                  <c:v>4527</c:v>
                </c:pt>
                <c:pt idx="421">
                  <c:v>4127</c:v>
                </c:pt>
                <c:pt idx="422">
                  <c:v>3705</c:v>
                </c:pt>
                <c:pt idx="423">
                  <c:v>3589</c:v>
                </c:pt>
                <c:pt idx="424">
                  <c:v>2874</c:v>
                </c:pt>
                <c:pt idx="425">
                  <c:v>1785</c:v>
                </c:pt>
                <c:pt idx="426">
                  <c:v>2640</c:v>
                </c:pt>
                <c:pt idx="427">
                  <c:v>3031</c:v>
                </c:pt>
                <c:pt idx="428">
                  <c:v>2826</c:v>
                </c:pt>
                <c:pt idx="429">
                  <c:v>2586</c:v>
                </c:pt>
                <c:pt idx="430">
                  <c:v>2647</c:v>
                </c:pt>
                <c:pt idx="431">
                  <c:v>2016</c:v>
                </c:pt>
                <c:pt idx="432">
                  <c:v>1278</c:v>
                </c:pt>
                <c:pt idx="433">
                  <c:v>1884</c:v>
                </c:pt>
                <c:pt idx="434">
                  <c:v>2224</c:v>
                </c:pt>
                <c:pt idx="435">
                  <c:v>2041</c:v>
                </c:pt>
                <c:pt idx="436">
                  <c:v>1934</c:v>
                </c:pt>
                <c:pt idx="437">
                  <c:v>1941</c:v>
                </c:pt>
                <c:pt idx="438">
                  <c:v>1382</c:v>
                </c:pt>
                <c:pt idx="439">
                  <c:v>929</c:v>
                </c:pt>
                <c:pt idx="440">
                  <c:v>1418</c:v>
                </c:pt>
                <c:pt idx="441">
                  <c:v>1696</c:v>
                </c:pt>
                <c:pt idx="442">
                  <c:v>1550</c:v>
                </c:pt>
                <c:pt idx="443">
                  <c:v>1619</c:v>
                </c:pt>
                <c:pt idx="444">
                  <c:v>1509</c:v>
                </c:pt>
                <c:pt idx="445">
                  <c:v>1303</c:v>
                </c:pt>
                <c:pt idx="446">
                  <c:v>864</c:v>
                </c:pt>
                <c:pt idx="447">
                  <c:v>1433</c:v>
                </c:pt>
                <c:pt idx="448">
                  <c:v>1776</c:v>
                </c:pt>
                <c:pt idx="449">
                  <c:v>1669</c:v>
                </c:pt>
                <c:pt idx="450">
                  <c:v>1706</c:v>
                </c:pt>
                <c:pt idx="451">
                  <c:v>1620</c:v>
                </c:pt>
                <c:pt idx="452">
                  <c:v>1280</c:v>
                </c:pt>
                <c:pt idx="453">
                  <c:v>989</c:v>
                </c:pt>
                <c:pt idx="454">
                  <c:v>1376</c:v>
                </c:pt>
                <c:pt idx="455">
                  <c:v>1810</c:v>
                </c:pt>
                <c:pt idx="456">
                  <c:v>1742</c:v>
                </c:pt>
                <c:pt idx="457">
                  <c:v>1773</c:v>
                </c:pt>
                <c:pt idx="458">
                  <c:v>1863</c:v>
                </c:pt>
                <c:pt idx="459">
                  <c:v>1479</c:v>
                </c:pt>
                <c:pt idx="460">
                  <c:v>1021</c:v>
                </c:pt>
                <c:pt idx="461">
                  <c:v>1657</c:v>
                </c:pt>
                <c:pt idx="462">
                  <c:v>2181</c:v>
                </c:pt>
                <c:pt idx="463">
                  <c:v>2239</c:v>
                </c:pt>
                <c:pt idx="464">
                  <c:v>2260</c:v>
                </c:pt>
                <c:pt idx="465">
                  <c:v>2453</c:v>
                </c:pt>
                <c:pt idx="466">
                  <c:v>2020</c:v>
                </c:pt>
                <c:pt idx="467">
                  <c:v>1492</c:v>
                </c:pt>
                <c:pt idx="468">
                  <c:v>2376</c:v>
                </c:pt>
                <c:pt idx="469">
                  <c:v>3171</c:v>
                </c:pt>
                <c:pt idx="470">
                  <c:v>3409</c:v>
                </c:pt>
                <c:pt idx="471">
                  <c:v>3420</c:v>
                </c:pt>
                <c:pt idx="472">
                  <c:v>3872</c:v>
                </c:pt>
                <c:pt idx="473">
                  <c:v>3093</c:v>
                </c:pt>
                <c:pt idx="474">
                  <c:v>2318</c:v>
                </c:pt>
                <c:pt idx="475">
                  <c:v>3747</c:v>
                </c:pt>
                <c:pt idx="476">
                  <c:v>4940</c:v>
                </c:pt>
                <c:pt idx="477">
                  <c:v>5390</c:v>
                </c:pt>
                <c:pt idx="478">
                  <c:v>4212</c:v>
                </c:pt>
                <c:pt idx="479">
                  <c:v>3596</c:v>
                </c:pt>
                <c:pt idx="480">
                  <c:v>5030</c:v>
                </c:pt>
                <c:pt idx="481">
                  <c:v>4679</c:v>
                </c:pt>
                <c:pt idx="482">
                  <c:v>7660</c:v>
                </c:pt>
                <c:pt idx="483">
                  <c:v>9625</c:v>
                </c:pt>
                <c:pt idx="484">
                  <c:v>10742</c:v>
                </c:pt>
                <c:pt idx="485">
                  <c:v>10814</c:v>
                </c:pt>
                <c:pt idx="486">
                  <c:v>12413</c:v>
                </c:pt>
                <c:pt idx="487">
                  <c:v>10236</c:v>
                </c:pt>
                <c:pt idx="488">
                  <c:v>8411</c:v>
                </c:pt>
                <c:pt idx="489">
                  <c:v>12149</c:v>
                </c:pt>
                <c:pt idx="490">
                  <c:v>14352</c:v>
                </c:pt>
                <c:pt idx="491">
                  <c:v>15353</c:v>
                </c:pt>
                <c:pt idx="492">
                  <c:v>15797</c:v>
                </c:pt>
                <c:pt idx="493">
                  <c:v>15825</c:v>
                </c:pt>
                <c:pt idx="494">
                  <c:v>14529</c:v>
                </c:pt>
                <c:pt idx="495">
                  <c:v>12141</c:v>
                </c:pt>
                <c:pt idx="496">
                  <c:v>10728</c:v>
                </c:pt>
                <c:pt idx="497">
                  <c:v>15994</c:v>
                </c:pt>
                <c:pt idx="498">
                  <c:v>19038</c:v>
                </c:pt>
                <c:pt idx="499">
                  <c:v>20492</c:v>
                </c:pt>
                <c:pt idx="500">
                  <c:v>20287</c:v>
                </c:pt>
                <c:pt idx="501">
                  <c:v>17887</c:v>
                </c:pt>
                <c:pt idx="502">
                  <c:v>14981</c:v>
                </c:pt>
                <c:pt idx="503">
                  <c:v>20104</c:v>
                </c:pt>
                <c:pt idx="504">
                  <c:v>24091</c:v>
                </c:pt>
                <c:pt idx="505">
                  <c:v>25335</c:v>
                </c:pt>
                <c:pt idx="506">
                  <c:v>25975</c:v>
                </c:pt>
                <c:pt idx="507">
                  <c:v>25633</c:v>
                </c:pt>
                <c:pt idx="508">
                  <c:v>22327</c:v>
                </c:pt>
                <c:pt idx="509">
                  <c:v>16926</c:v>
                </c:pt>
                <c:pt idx="510">
                  <c:v>21664</c:v>
                </c:pt>
                <c:pt idx="511">
                  <c:v>24414</c:v>
                </c:pt>
                <c:pt idx="512">
                  <c:v>25040</c:v>
                </c:pt>
                <c:pt idx="513">
                  <c:v>24305</c:v>
                </c:pt>
                <c:pt idx="514">
                  <c:v>22838</c:v>
                </c:pt>
                <c:pt idx="515">
                  <c:v>19339</c:v>
                </c:pt>
                <c:pt idx="516">
                  <c:v>13668</c:v>
                </c:pt>
                <c:pt idx="517">
                  <c:v>17713</c:v>
                </c:pt>
                <c:pt idx="518">
                  <c:v>20029</c:v>
                </c:pt>
                <c:pt idx="519">
                  <c:v>18206</c:v>
                </c:pt>
                <c:pt idx="520">
                  <c:v>16719</c:v>
                </c:pt>
                <c:pt idx="521">
                  <c:v>16003</c:v>
                </c:pt>
                <c:pt idx="522">
                  <c:v>12891</c:v>
                </c:pt>
                <c:pt idx="523">
                  <c:v>8229</c:v>
                </c:pt>
                <c:pt idx="524">
                  <c:v>10590</c:v>
                </c:pt>
                <c:pt idx="525">
                  <c:v>12384</c:v>
                </c:pt>
                <c:pt idx="526">
                  <c:v>10379</c:v>
                </c:pt>
                <c:pt idx="527">
                  <c:v>8868</c:v>
                </c:pt>
                <c:pt idx="528">
                  <c:v>8790</c:v>
                </c:pt>
                <c:pt idx="529">
                  <c:v>6485</c:v>
                </c:pt>
                <c:pt idx="530">
                  <c:v>3086</c:v>
                </c:pt>
                <c:pt idx="531">
                  <c:v>6644</c:v>
                </c:pt>
                <c:pt idx="532">
                  <c:v>6877</c:v>
                </c:pt>
                <c:pt idx="533">
                  <c:v>5490</c:v>
                </c:pt>
                <c:pt idx="534">
                  <c:v>4758</c:v>
                </c:pt>
                <c:pt idx="535">
                  <c:v>4557</c:v>
                </c:pt>
                <c:pt idx="536">
                  <c:v>3277</c:v>
                </c:pt>
                <c:pt idx="537">
                  <c:v>1912</c:v>
                </c:pt>
                <c:pt idx="538">
                  <c:v>1519</c:v>
                </c:pt>
                <c:pt idx="539">
                  <c:v>3651</c:v>
                </c:pt>
                <c:pt idx="540">
                  <c:v>3815</c:v>
                </c:pt>
                <c:pt idx="541">
                  <c:v>1667</c:v>
                </c:pt>
                <c:pt idx="542">
                  <c:v>2690</c:v>
                </c:pt>
                <c:pt idx="543">
                  <c:v>2097</c:v>
                </c:pt>
                <c:pt idx="544">
                  <c:v>967</c:v>
                </c:pt>
                <c:pt idx="545">
                  <c:v>1941</c:v>
                </c:pt>
                <c:pt idx="546">
                  <c:v>1980</c:v>
                </c:pt>
                <c:pt idx="547">
                  <c:v>1567</c:v>
                </c:pt>
                <c:pt idx="548">
                  <c:v>1369</c:v>
                </c:pt>
                <c:pt idx="549">
                  <c:v>1330</c:v>
                </c:pt>
                <c:pt idx="550">
                  <c:v>874</c:v>
                </c:pt>
                <c:pt idx="551">
                  <c:v>502</c:v>
                </c:pt>
                <c:pt idx="552">
                  <c:v>1100</c:v>
                </c:pt>
                <c:pt idx="553">
                  <c:v>1179</c:v>
                </c:pt>
                <c:pt idx="554">
                  <c:v>912</c:v>
                </c:pt>
                <c:pt idx="555">
                  <c:v>809</c:v>
                </c:pt>
                <c:pt idx="556">
                  <c:v>790</c:v>
                </c:pt>
                <c:pt idx="557">
                  <c:v>581</c:v>
                </c:pt>
                <c:pt idx="558">
                  <c:v>285</c:v>
                </c:pt>
                <c:pt idx="559">
                  <c:v>671</c:v>
                </c:pt>
                <c:pt idx="560">
                  <c:v>739</c:v>
                </c:pt>
                <c:pt idx="561">
                  <c:v>644</c:v>
                </c:pt>
                <c:pt idx="562">
                  <c:v>522</c:v>
                </c:pt>
                <c:pt idx="563">
                  <c:v>537</c:v>
                </c:pt>
                <c:pt idx="564">
                  <c:v>381</c:v>
                </c:pt>
                <c:pt idx="565">
                  <c:v>178</c:v>
                </c:pt>
                <c:pt idx="566">
                  <c:v>423</c:v>
                </c:pt>
                <c:pt idx="567">
                  <c:v>427</c:v>
                </c:pt>
                <c:pt idx="568">
                  <c:v>310</c:v>
                </c:pt>
                <c:pt idx="569">
                  <c:v>345</c:v>
                </c:pt>
                <c:pt idx="570">
                  <c:v>306</c:v>
                </c:pt>
                <c:pt idx="571">
                  <c:v>224</c:v>
                </c:pt>
                <c:pt idx="572">
                  <c:v>145</c:v>
                </c:pt>
                <c:pt idx="573">
                  <c:v>349</c:v>
                </c:pt>
                <c:pt idx="574">
                  <c:v>322</c:v>
                </c:pt>
                <c:pt idx="575">
                  <c:v>299</c:v>
                </c:pt>
                <c:pt idx="576">
                  <c:v>321</c:v>
                </c:pt>
                <c:pt idx="577">
                  <c:v>283</c:v>
                </c:pt>
                <c:pt idx="578">
                  <c:v>228</c:v>
                </c:pt>
                <c:pt idx="579">
                  <c:v>77</c:v>
                </c:pt>
                <c:pt idx="580">
                  <c:v>239</c:v>
                </c:pt>
                <c:pt idx="581">
                  <c:v>264</c:v>
                </c:pt>
                <c:pt idx="582">
                  <c:v>120</c:v>
                </c:pt>
                <c:pt idx="583">
                  <c:v>253</c:v>
                </c:pt>
                <c:pt idx="584">
                  <c:v>235</c:v>
                </c:pt>
                <c:pt idx="585">
                  <c:v>156</c:v>
                </c:pt>
                <c:pt idx="586">
                  <c:v>89</c:v>
                </c:pt>
                <c:pt idx="587">
                  <c:v>220</c:v>
                </c:pt>
                <c:pt idx="588">
                  <c:v>207</c:v>
                </c:pt>
                <c:pt idx="589">
                  <c:v>213</c:v>
                </c:pt>
                <c:pt idx="590">
                  <c:v>197</c:v>
                </c:pt>
                <c:pt idx="591">
                  <c:v>199</c:v>
                </c:pt>
                <c:pt idx="592">
                  <c:v>135</c:v>
                </c:pt>
                <c:pt idx="593">
                  <c:v>58</c:v>
                </c:pt>
                <c:pt idx="594">
                  <c:v>144</c:v>
                </c:pt>
                <c:pt idx="595">
                  <c:v>189</c:v>
                </c:pt>
                <c:pt idx="596">
                  <c:v>165</c:v>
                </c:pt>
                <c:pt idx="597">
                  <c:v>143</c:v>
                </c:pt>
                <c:pt idx="598">
                  <c:v>122</c:v>
                </c:pt>
                <c:pt idx="599">
                  <c:v>129</c:v>
                </c:pt>
                <c:pt idx="600">
                  <c:v>22</c:v>
                </c:pt>
                <c:pt idx="601">
                  <c:v>123</c:v>
                </c:pt>
                <c:pt idx="602">
                  <c:v>55</c:v>
                </c:pt>
                <c:pt idx="603">
                  <c:v>117</c:v>
                </c:pt>
                <c:pt idx="604">
                  <c:v>115</c:v>
                </c:pt>
                <c:pt idx="605">
                  <c:v>133</c:v>
                </c:pt>
                <c:pt idx="606">
                  <c:v>66</c:v>
                </c:pt>
                <c:pt idx="607">
                  <c:v>56</c:v>
                </c:pt>
                <c:pt idx="608">
                  <c:v>134</c:v>
                </c:pt>
                <c:pt idx="609">
                  <c:v>126</c:v>
                </c:pt>
                <c:pt idx="610">
                  <c:v>113</c:v>
                </c:pt>
                <c:pt idx="611">
                  <c:v>137</c:v>
                </c:pt>
                <c:pt idx="612">
                  <c:v>123</c:v>
                </c:pt>
                <c:pt idx="613">
                  <c:v>97</c:v>
                </c:pt>
                <c:pt idx="614">
                  <c:v>35</c:v>
                </c:pt>
                <c:pt idx="615">
                  <c:v>113</c:v>
                </c:pt>
                <c:pt idx="616">
                  <c:v>140</c:v>
                </c:pt>
                <c:pt idx="617">
                  <c:v>144</c:v>
                </c:pt>
                <c:pt idx="618">
                  <c:v>118</c:v>
                </c:pt>
                <c:pt idx="619">
                  <c:v>140</c:v>
                </c:pt>
                <c:pt idx="620">
                  <c:v>114</c:v>
                </c:pt>
                <c:pt idx="621">
                  <c:v>57</c:v>
                </c:pt>
                <c:pt idx="622">
                  <c:v>161</c:v>
                </c:pt>
                <c:pt idx="623">
                  <c:v>177</c:v>
                </c:pt>
                <c:pt idx="624">
                  <c:v>142</c:v>
                </c:pt>
                <c:pt idx="625">
                  <c:v>155</c:v>
                </c:pt>
                <c:pt idx="626">
                  <c:v>190</c:v>
                </c:pt>
                <c:pt idx="627">
                  <c:v>157</c:v>
                </c:pt>
                <c:pt idx="628">
                  <c:v>72</c:v>
                </c:pt>
                <c:pt idx="629">
                  <c:v>207</c:v>
                </c:pt>
                <c:pt idx="630">
                  <c:v>237</c:v>
                </c:pt>
                <c:pt idx="631">
                  <c:v>278</c:v>
                </c:pt>
                <c:pt idx="632">
                  <c:v>260</c:v>
                </c:pt>
                <c:pt idx="633">
                  <c:v>298</c:v>
                </c:pt>
                <c:pt idx="634">
                  <c:v>215</c:v>
                </c:pt>
                <c:pt idx="635">
                  <c:v>132</c:v>
                </c:pt>
                <c:pt idx="636">
                  <c:v>347</c:v>
                </c:pt>
                <c:pt idx="637">
                  <c:v>447</c:v>
                </c:pt>
                <c:pt idx="638">
                  <c:v>435</c:v>
                </c:pt>
                <c:pt idx="639">
                  <c:v>449</c:v>
                </c:pt>
                <c:pt idx="640">
                  <c:v>466</c:v>
                </c:pt>
                <c:pt idx="641">
                  <c:v>432</c:v>
                </c:pt>
                <c:pt idx="642">
                  <c:v>788</c:v>
                </c:pt>
                <c:pt idx="643">
                  <c:v>1094</c:v>
                </c:pt>
                <c:pt idx="644">
                  <c:v>2788</c:v>
                </c:pt>
                <c:pt idx="645">
                  <c:v>4486</c:v>
                </c:pt>
                <c:pt idx="646">
                  <c:v>6553</c:v>
                </c:pt>
                <c:pt idx="647">
                  <c:v>8701</c:v>
                </c:pt>
                <c:pt idx="648">
                  <c:v>8173</c:v>
                </c:pt>
                <c:pt idx="649">
                  <c:v>5734</c:v>
                </c:pt>
                <c:pt idx="650">
                  <c:v>5704</c:v>
                </c:pt>
                <c:pt idx="651">
                  <c:v>15587</c:v>
                </c:pt>
                <c:pt idx="652">
                  <c:v>21010</c:v>
                </c:pt>
                <c:pt idx="653">
                  <c:v>24054</c:v>
                </c:pt>
                <c:pt idx="654">
                  <c:v>29685</c:v>
                </c:pt>
                <c:pt idx="655">
                  <c:v>26842</c:v>
                </c:pt>
                <c:pt idx="656">
                  <c:v>17134</c:v>
                </c:pt>
                <c:pt idx="657">
                  <c:v>40477</c:v>
                </c:pt>
                <c:pt idx="658">
                  <c:v>49182</c:v>
                </c:pt>
                <c:pt idx="659">
                  <c:v>53723</c:v>
                </c:pt>
                <c:pt idx="660">
                  <c:v>55658</c:v>
                </c:pt>
                <c:pt idx="661">
                  <c:v>64249</c:v>
                </c:pt>
                <c:pt idx="662">
                  <c:v>53768</c:v>
                </c:pt>
                <c:pt idx="663">
                  <c:v>33165</c:v>
                </c:pt>
                <c:pt idx="664">
                  <c:v>83040</c:v>
                </c:pt>
                <c:pt idx="665">
                  <c:v>81333</c:v>
                </c:pt>
                <c:pt idx="666">
                  <c:v>85957</c:v>
                </c:pt>
                <c:pt idx="667">
                  <c:v>85060</c:v>
                </c:pt>
                <c:pt idx="668">
                  <c:v>97543</c:v>
                </c:pt>
                <c:pt idx="669">
                  <c:v>78473</c:v>
                </c:pt>
                <c:pt idx="670">
                  <c:v>41836</c:v>
                </c:pt>
                <c:pt idx="671">
                  <c:v>104520</c:v>
                </c:pt>
                <c:pt idx="672">
                  <c:v>98644</c:v>
                </c:pt>
                <c:pt idx="673">
                  <c:v>98205</c:v>
                </c:pt>
                <c:pt idx="674">
                  <c:v>94722</c:v>
                </c:pt>
                <c:pt idx="675">
                  <c:v>100921</c:v>
                </c:pt>
                <c:pt idx="676">
                  <c:v>75151</c:v>
                </c:pt>
                <c:pt idx="677">
                  <c:v>41653</c:v>
                </c:pt>
                <c:pt idx="678">
                  <c:v>104336</c:v>
                </c:pt>
                <c:pt idx="679">
                  <c:v>96408</c:v>
                </c:pt>
                <c:pt idx="680">
                  <c:v>94100</c:v>
                </c:pt>
                <c:pt idx="681">
                  <c:v>88421</c:v>
                </c:pt>
                <c:pt idx="682">
                  <c:v>40147</c:v>
                </c:pt>
                <c:pt idx="683">
                  <c:v>78233</c:v>
                </c:pt>
                <c:pt idx="684">
                  <c:v>37773</c:v>
                </c:pt>
                <c:pt idx="685">
                  <c:v>100079</c:v>
                </c:pt>
                <c:pt idx="686">
                  <c:v>93111</c:v>
                </c:pt>
                <c:pt idx="687">
                  <c:v>86501</c:v>
                </c:pt>
                <c:pt idx="688">
                  <c:v>73031</c:v>
                </c:pt>
                <c:pt idx="689">
                  <c:v>77100</c:v>
                </c:pt>
                <c:pt idx="690">
                  <c:v>60104</c:v>
                </c:pt>
                <c:pt idx="691">
                  <c:v>30046</c:v>
                </c:pt>
                <c:pt idx="692">
                  <c:v>83259</c:v>
                </c:pt>
                <c:pt idx="693">
                  <c:v>83984</c:v>
                </c:pt>
                <c:pt idx="694">
                  <c:v>35135</c:v>
                </c:pt>
                <c:pt idx="695">
                  <c:v>72187</c:v>
                </c:pt>
                <c:pt idx="696">
                  <c:v>75539</c:v>
                </c:pt>
                <c:pt idx="697">
                  <c:v>54162</c:v>
                </c:pt>
                <c:pt idx="698">
                  <c:v>28641</c:v>
                </c:pt>
                <c:pt idx="699">
                  <c:v>76998</c:v>
                </c:pt>
                <c:pt idx="700">
                  <c:v>71959</c:v>
                </c:pt>
                <c:pt idx="701">
                  <c:v>61037</c:v>
                </c:pt>
                <c:pt idx="702">
                  <c:v>55712</c:v>
                </c:pt>
                <c:pt idx="703">
                  <c:v>60155</c:v>
                </c:pt>
                <c:pt idx="704">
                  <c:v>45991</c:v>
                </c:pt>
                <c:pt idx="705">
                  <c:v>22567</c:v>
                </c:pt>
                <c:pt idx="706">
                  <c:v>65392</c:v>
                </c:pt>
                <c:pt idx="707">
                  <c:v>63416</c:v>
                </c:pt>
                <c:pt idx="708">
                  <c:v>54414</c:v>
                </c:pt>
                <c:pt idx="709">
                  <c:v>48945</c:v>
                </c:pt>
                <c:pt idx="710">
                  <c:v>53565</c:v>
                </c:pt>
                <c:pt idx="711">
                  <c:v>41927</c:v>
                </c:pt>
                <c:pt idx="712">
                  <c:v>21662</c:v>
                </c:pt>
                <c:pt idx="713">
                  <c:v>60579</c:v>
                </c:pt>
                <c:pt idx="714">
                  <c:v>57633</c:v>
                </c:pt>
                <c:pt idx="715">
                  <c:v>48592</c:v>
                </c:pt>
                <c:pt idx="716">
                  <c:v>41197</c:v>
                </c:pt>
                <c:pt idx="717">
                  <c:v>42770</c:v>
                </c:pt>
                <c:pt idx="718">
                  <c:v>33580</c:v>
                </c:pt>
                <c:pt idx="719">
                  <c:v>19555</c:v>
                </c:pt>
                <c:pt idx="720">
                  <c:v>16008</c:v>
                </c:pt>
                <c:pt idx="721">
                  <c:v>53425</c:v>
                </c:pt>
                <c:pt idx="722">
                  <c:v>50852</c:v>
                </c:pt>
                <c:pt idx="723">
                  <c:v>43748</c:v>
                </c:pt>
                <c:pt idx="724">
                  <c:v>46142</c:v>
                </c:pt>
                <c:pt idx="725">
                  <c:v>37613</c:v>
                </c:pt>
                <c:pt idx="726">
                  <c:v>20007</c:v>
                </c:pt>
                <c:pt idx="727">
                  <c:v>55201</c:v>
                </c:pt>
                <c:pt idx="728">
                  <c:v>54730</c:v>
                </c:pt>
                <c:pt idx="729">
                  <c:v>49664</c:v>
                </c:pt>
                <c:pt idx="730">
                  <c:v>46142</c:v>
                </c:pt>
                <c:pt idx="731">
                  <c:v>49567</c:v>
                </c:pt>
                <c:pt idx="732">
                  <c:v>39160</c:v>
                </c:pt>
                <c:pt idx="733">
                  <c:v>19865</c:v>
                </c:pt>
                <c:pt idx="734">
                  <c:v>55949</c:v>
                </c:pt>
                <c:pt idx="735">
                  <c:v>57634</c:v>
                </c:pt>
                <c:pt idx="736">
                  <c:v>53080</c:v>
                </c:pt>
                <c:pt idx="737">
                  <c:v>49264</c:v>
                </c:pt>
                <c:pt idx="738">
                  <c:v>53119</c:v>
                </c:pt>
                <c:pt idx="739">
                  <c:v>40991</c:v>
                </c:pt>
                <c:pt idx="740">
                  <c:v>21045</c:v>
                </c:pt>
                <c:pt idx="741">
                  <c:v>60760</c:v>
                </c:pt>
                <c:pt idx="742">
                  <c:v>58565</c:v>
                </c:pt>
                <c:pt idx="743">
                  <c:v>49658</c:v>
                </c:pt>
                <c:pt idx="744">
                  <c:v>44372</c:v>
                </c:pt>
                <c:pt idx="745">
                  <c:v>43883</c:v>
                </c:pt>
                <c:pt idx="746">
                  <c:v>32462</c:v>
                </c:pt>
                <c:pt idx="747">
                  <c:v>15593</c:v>
                </c:pt>
                <c:pt idx="748">
                  <c:v>49008</c:v>
                </c:pt>
                <c:pt idx="749">
                  <c:v>49407</c:v>
                </c:pt>
                <c:pt idx="750">
                  <c:v>43462</c:v>
                </c:pt>
                <c:pt idx="751">
                  <c:v>40237</c:v>
                </c:pt>
                <c:pt idx="752">
                  <c:v>43447</c:v>
                </c:pt>
                <c:pt idx="753">
                  <c:v>33855</c:v>
                </c:pt>
                <c:pt idx="754">
                  <c:v>16682</c:v>
                </c:pt>
                <c:pt idx="755">
                  <c:v>47689</c:v>
                </c:pt>
                <c:pt idx="756">
                  <c:v>45486</c:v>
                </c:pt>
                <c:pt idx="757">
                  <c:v>38667</c:v>
                </c:pt>
                <c:pt idx="758">
                  <c:v>34805</c:v>
                </c:pt>
                <c:pt idx="759">
                  <c:v>15785</c:v>
                </c:pt>
                <c:pt idx="760">
                  <c:v>26647</c:v>
                </c:pt>
                <c:pt idx="761">
                  <c:v>14983</c:v>
                </c:pt>
                <c:pt idx="762">
                  <c:v>38970</c:v>
                </c:pt>
                <c:pt idx="763">
                  <c:v>20860</c:v>
                </c:pt>
                <c:pt idx="764">
                  <c:v>19414</c:v>
                </c:pt>
                <c:pt idx="765">
                  <c:v>18821</c:v>
                </c:pt>
                <c:pt idx="766">
                  <c:v>49583</c:v>
                </c:pt>
                <c:pt idx="767">
                  <c:v>40152</c:v>
                </c:pt>
                <c:pt idx="768">
                  <c:v>20033</c:v>
                </c:pt>
                <c:pt idx="769">
                  <c:v>49834</c:v>
                </c:pt>
                <c:pt idx="770">
                  <c:v>45415</c:v>
                </c:pt>
                <c:pt idx="771">
                  <c:v>38604</c:v>
                </c:pt>
                <c:pt idx="772">
                  <c:v>36996</c:v>
                </c:pt>
                <c:pt idx="773">
                  <c:v>39537</c:v>
                </c:pt>
                <c:pt idx="774">
                  <c:v>30594</c:v>
                </c:pt>
                <c:pt idx="775">
                  <c:v>15329</c:v>
                </c:pt>
                <c:pt idx="776">
                  <c:v>43851</c:v>
                </c:pt>
                <c:pt idx="777">
                  <c:v>42257</c:v>
                </c:pt>
                <c:pt idx="778">
                  <c:v>36788</c:v>
                </c:pt>
                <c:pt idx="779">
                  <c:v>35041</c:v>
                </c:pt>
                <c:pt idx="780">
                  <c:v>35942</c:v>
                </c:pt>
                <c:pt idx="781">
                  <c:v>26838</c:v>
                </c:pt>
                <c:pt idx="782">
                  <c:v>12821</c:v>
                </c:pt>
                <c:pt idx="783">
                  <c:v>37885</c:v>
                </c:pt>
                <c:pt idx="784">
                  <c:v>34736</c:v>
                </c:pt>
                <c:pt idx="785">
                  <c:v>28169</c:v>
                </c:pt>
                <c:pt idx="786">
                  <c:v>24963</c:v>
                </c:pt>
                <c:pt idx="787">
                  <c:v>25039</c:v>
                </c:pt>
                <c:pt idx="788">
                  <c:v>17390</c:v>
                </c:pt>
                <c:pt idx="789">
                  <c:v>8375</c:v>
                </c:pt>
                <c:pt idx="790">
                  <c:v>24867</c:v>
                </c:pt>
                <c:pt idx="791">
                  <c:v>22874</c:v>
                </c:pt>
                <c:pt idx="792">
                  <c:v>19362</c:v>
                </c:pt>
                <c:pt idx="793">
                  <c:v>17939</c:v>
                </c:pt>
                <c:pt idx="794">
                  <c:v>17948</c:v>
                </c:pt>
                <c:pt idx="795">
                  <c:v>13368</c:v>
                </c:pt>
                <c:pt idx="796">
                  <c:v>6612</c:v>
                </c:pt>
                <c:pt idx="797">
                  <c:v>20119</c:v>
                </c:pt>
                <c:pt idx="798">
                  <c:v>18256</c:v>
                </c:pt>
                <c:pt idx="799">
                  <c:v>15918</c:v>
                </c:pt>
                <c:pt idx="800">
                  <c:v>14735</c:v>
                </c:pt>
                <c:pt idx="801">
                  <c:v>15442</c:v>
                </c:pt>
                <c:pt idx="802">
                  <c:v>11877</c:v>
                </c:pt>
                <c:pt idx="803">
                  <c:v>6027</c:v>
                </c:pt>
                <c:pt idx="804">
                  <c:v>17777</c:v>
                </c:pt>
                <c:pt idx="805">
                  <c:v>16542</c:v>
                </c:pt>
                <c:pt idx="806">
                  <c:v>14869</c:v>
                </c:pt>
                <c:pt idx="807">
                  <c:v>13894</c:v>
                </c:pt>
                <c:pt idx="808">
                  <c:v>15317</c:v>
                </c:pt>
                <c:pt idx="809">
                  <c:v>11652</c:v>
                </c:pt>
                <c:pt idx="810">
                  <c:v>5737</c:v>
                </c:pt>
                <c:pt idx="811">
                  <c:v>18270</c:v>
                </c:pt>
                <c:pt idx="812">
                  <c:v>17290</c:v>
                </c:pt>
                <c:pt idx="813">
                  <c:v>16113</c:v>
                </c:pt>
                <c:pt idx="814">
                  <c:v>14910</c:v>
                </c:pt>
                <c:pt idx="815">
                  <c:v>16538</c:v>
                </c:pt>
                <c:pt idx="816">
                  <c:v>13018</c:v>
                </c:pt>
                <c:pt idx="817">
                  <c:v>7204</c:v>
                </c:pt>
                <c:pt idx="818">
                  <c:v>23103</c:v>
                </c:pt>
                <c:pt idx="819">
                  <c:v>23836</c:v>
                </c:pt>
                <c:pt idx="820">
                  <c:v>23008</c:v>
                </c:pt>
                <c:pt idx="821">
                  <c:v>23131</c:v>
                </c:pt>
                <c:pt idx="822">
                  <c:v>24885</c:v>
                </c:pt>
                <c:pt idx="823">
                  <c:v>23269</c:v>
                </c:pt>
                <c:pt idx="824">
                  <c:v>16791</c:v>
                </c:pt>
                <c:pt idx="825">
                  <c:v>36167</c:v>
                </c:pt>
                <c:pt idx="826">
                  <c:v>45797</c:v>
                </c:pt>
                <c:pt idx="827">
                  <c:v>47961</c:v>
                </c:pt>
                <c:pt idx="828">
                  <c:v>50082</c:v>
                </c:pt>
                <c:pt idx="829">
                  <c:v>54993</c:v>
                </c:pt>
                <c:pt idx="830">
                  <c:v>54046</c:v>
                </c:pt>
                <c:pt idx="831">
                  <c:v>37124</c:v>
                </c:pt>
                <c:pt idx="832">
                  <c:v>75995</c:v>
                </c:pt>
                <c:pt idx="833">
                  <c:v>94466</c:v>
                </c:pt>
                <c:pt idx="834">
                  <c:v>97768</c:v>
                </c:pt>
                <c:pt idx="835">
                  <c:v>103287</c:v>
                </c:pt>
                <c:pt idx="836">
                  <c:v>110660</c:v>
                </c:pt>
                <c:pt idx="837">
                  <c:v>105550</c:v>
                </c:pt>
                <c:pt idx="838">
                  <c:v>76164</c:v>
                </c:pt>
                <c:pt idx="839">
                  <c:v>66725</c:v>
                </c:pt>
                <c:pt idx="840">
                  <c:v>152495</c:v>
                </c:pt>
                <c:pt idx="841">
                  <c:v>186209</c:v>
                </c:pt>
                <c:pt idx="842">
                  <c:v>195136</c:v>
                </c:pt>
                <c:pt idx="843">
                  <c:v>200937</c:v>
                </c:pt>
                <c:pt idx="844">
                  <c:v>176517</c:v>
                </c:pt>
                <c:pt idx="845">
                  <c:v>126535</c:v>
                </c:pt>
                <c:pt idx="846">
                  <c:v>196453</c:v>
                </c:pt>
                <c:pt idx="847">
                  <c:v>209657</c:v>
                </c:pt>
                <c:pt idx="848">
                  <c:v>233066</c:v>
                </c:pt>
                <c:pt idx="849">
                  <c:v>221409</c:v>
                </c:pt>
                <c:pt idx="850">
                  <c:v>222274</c:v>
                </c:pt>
                <c:pt idx="851">
                  <c:v>197750</c:v>
                </c:pt>
                <c:pt idx="852">
                  <c:v>139668</c:v>
                </c:pt>
                <c:pt idx="853">
                  <c:v>211040</c:v>
                </c:pt>
                <c:pt idx="854">
                  <c:v>249805</c:v>
                </c:pt>
                <c:pt idx="855">
                  <c:v>238710</c:v>
                </c:pt>
                <c:pt idx="856">
                  <c:v>233730</c:v>
                </c:pt>
                <c:pt idx="857">
                  <c:v>227536</c:v>
                </c:pt>
                <c:pt idx="858">
                  <c:v>206463</c:v>
                </c:pt>
                <c:pt idx="859">
                  <c:v>137826</c:v>
                </c:pt>
                <c:pt idx="860">
                  <c:v>212531</c:v>
                </c:pt>
                <c:pt idx="861">
                  <c:v>250377</c:v>
                </c:pt>
                <c:pt idx="862">
                  <c:v>240169</c:v>
                </c:pt>
                <c:pt idx="863">
                  <c:v>168793</c:v>
                </c:pt>
                <c:pt idx="864">
                  <c:v>183587</c:v>
                </c:pt>
                <c:pt idx="865">
                  <c:v>178329</c:v>
                </c:pt>
                <c:pt idx="866">
                  <c:v>138577</c:v>
                </c:pt>
                <c:pt idx="867">
                  <c:v>166174</c:v>
                </c:pt>
                <c:pt idx="868">
                  <c:v>231472</c:v>
                </c:pt>
                <c:pt idx="869">
                  <c:v>255508</c:v>
                </c:pt>
                <c:pt idx="870">
                  <c:v>261004</c:v>
                </c:pt>
                <c:pt idx="871">
                  <c:v>253248</c:v>
                </c:pt>
                <c:pt idx="872">
                  <c:v>226128</c:v>
                </c:pt>
                <c:pt idx="873">
                  <c:v>141018</c:v>
                </c:pt>
                <c:pt idx="874">
                  <c:v>208516</c:v>
                </c:pt>
                <c:pt idx="875">
                  <c:v>243451</c:v>
                </c:pt>
                <c:pt idx="876">
                  <c:v>220917</c:v>
                </c:pt>
                <c:pt idx="877">
                  <c:v>192377</c:v>
                </c:pt>
                <c:pt idx="878">
                  <c:v>180125</c:v>
                </c:pt>
                <c:pt idx="879">
                  <c:v>157788</c:v>
                </c:pt>
                <c:pt idx="880">
                  <c:v>95898</c:v>
                </c:pt>
                <c:pt idx="881">
                  <c:v>152529</c:v>
                </c:pt>
                <c:pt idx="882">
                  <c:v>169771</c:v>
                </c:pt>
                <c:pt idx="883">
                  <c:v>149868</c:v>
                </c:pt>
                <c:pt idx="884">
                  <c:v>128691</c:v>
                </c:pt>
                <c:pt idx="885">
                  <c:v>123072</c:v>
                </c:pt>
                <c:pt idx="886">
                  <c:v>107781</c:v>
                </c:pt>
                <c:pt idx="887">
                  <c:v>68019</c:v>
                </c:pt>
                <c:pt idx="888">
                  <c:v>112175</c:v>
                </c:pt>
                <c:pt idx="889">
                  <c:v>129771</c:v>
                </c:pt>
                <c:pt idx="890">
                  <c:v>112391</c:v>
                </c:pt>
                <c:pt idx="891">
                  <c:v>99474</c:v>
                </c:pt>
                <c:pt idx="892">
                  <c:v>92721</c:v>
                </c:pt>
                <c:pt idx="893">
                  <c:v>81470</c:v>
                </c:pt>
                <c:pt idx="894">
                  <c:v>52897</c:v>
                </c:pt>
                <c:pt idx="895">
                  <c:v>87548</c:v>
                </c:pt>
                <c:pt idx="896">
                  <c:v>100249</c:v>
                </c:pt>
                <c:pt idx="897">
                  <c:v>85851</c:v>
                </c:pt>
                <c:pt idx="898">
                  <c:v>75931</c:v>
                </c:pt>
                <c:pt idx="899">
                  <c:v>70964</c:v>
                </c:pt>
                <c:pt idx="900">
                  <c:v>64018</c:v>
                </c:pt>
                <c:pt idx="901">
                  <c:v>38048</c:v>
                </c:pt>
                <c:pt idx="902">
                  <c:v>31738</c:v>
                </c:pt>
                <c:pt idx="903">
                  <c:v>69821</c:v>
                </c:pt>
                <c:pt idx="904">
                  <c:v>77371</c:v>
                </c:pt>
                <c:pt idx="905">
                  <c:v>63849</c:v>
                </c:pt>
                <c:pt idx="906">
                  <c:v>39198</c:v>
                </c:pt>
                <c:pt idx="907">
                  <c:v>46766</c:v>
                </c:pt>
                <c:pt idx="908">
                  <c:v>43563</c:v>
                </c:pt>
                <c:pt idx="909">
                  <c:v>40490</c:v>
                </c:pt>
                <c:pt idx="910">
                  <c:v>49860</c:v>
                </c:pt>
                <c:pt idx="911">
                  <c:v>42228</c:v>
                </c:pt>
                <c:pt idx="912">
                  <c:v>36725</c:v>
                </c:pt>
                <c:pt idx="913">
                  <c:v>35428</c:v>
                </c:pt>
                <c:pt idx="914">
                  <c:v>29527</c:v>
                </c:pt>
                <c:pt idx="915">
                  <c:v>15189</c:v>
                </c:pt>
                <c:pt idx="916">
                  <c:v>39611</c:v>
                </c:pt>
                <c:pt idx="917">
                  <c:v>41094</c:v>
                </c:pt>
                <c:pt idx="918">
                  <c:v>33544</c:v>
                </c:pt>
                <c:pt idx="919">
                  <c:v>29877</c:v>
                </c:pt>
                <c:pt idx="920">
                  <c:v>26785</c:v>
                </c:pt>
                <c:pt idx="921">
                  <c:v>22731</c:v>
                </c:pt>
                <c:pt idx="922">
                  <c:v>13054</c:v>
                </c:pt>
                <c:pt idx="923">
                  <c:v>13149</c:v>
                </c:pt>
                <c:pt idx="924">
                  <c:v>45581</c:v>
                </c:pt>
                <c:pt idx="925">
                  <c:v>45735</c:v>
                </c:pt>
                <c:pt idx="926">
                  <c:v>36586</c:v>
                </c:pt>
                <c:pt idx="927">
                  <c:v>34992</c:v>
                </c:pt>
                <c:pt idx="928">
                  <c:v>29698</c:v>
                </c:pt>
                <c:pt idx="929">
                  <c:v>15400</c:v>
                </c:pt>
                <c:pt idx="930">
                  <c:v>42364</c:v>
                </c:pt>
                <c:pt idx="931">
                  <c:v>43596</c:v>
                </c:pt>
                <c:pt idx="932">
                  <c:v>36158</c:v>
                </c:pt>
                <c:pt idx="933">
                  <c:v>32017</c:v>
                </c:pt>
                <c:pt idx="934">
                  <c:v>33844</c:v>
                </c:pt>
                <c:pt idx="935">
                  <c:v>30871</c:v>
                </c:pt>
                <c:pt idx="936">
                  <c:v>16851</c:v>
                </c:pt>
                <c:pt idx="937">
                  <c:v>47794</c:v>
                </c:pt>
                <c:pt idx="938">
                  <c:v>50363</c:v>
                </c:pt>
                <c:pt idx="939">
                  <c:v>42593</c:v>
                </c:pt>
                <c:pt idx="940">
                  <c:v>39380</c:v>
                </c:pt>
                <c:pt idx="941">
                  <c:v>44552</c:v>
                </c:pt>
                <c:pt idx="942">
                  <c:v>40668</c:v>
                </c:pt>
                <c:pt idx="943">
                  <c:v>22404</c:v>
                </c:pt>
                <c:pt idx="944">
                  <c:v>65409</c:v>
                </c:pt>
                <c:pt idx="945">
                  <c:v>70475</c:v>
                </c:pt>
                <c:pt idx="946">
                  <c:v>67729</c:v>
                </c:pt>
                <c:pt idx="947">
                  <c:v>34109</c:v>
                </c:pt>
                <c:pt idx="948">
                  <c:v>74352</c:v>
                </c:pt>
                <c:pt idx="949">
                  <c:v>66584</c:v>
                </c:pt>
                <c:pt idx="950">
                  <c:v>31708</c:v>
                </c:pt>
                <c:pt idx="951">
                  <c:v>81555</c:v>
                </c:pt>
                <c:pt idx="952">
                  <c:v>87436</c:v>
                </c:pt>
                <c:pt idx="953">
                  <c:v>78487</c:v>
                </c:pt>
                <c:pt idx="954">
                  <c:v>74149</c:v>
                </c:pt>
                <c:pt idx="955">
                  <c:v>79622</c:v>
                </c:pt>
                <c:pt idx="956">
                  <c:v>69005</c:v>
                </c:pt>
                <c:pt idx="957">
                  <c:v>37603</c:v>
                </c:pt>
                <c:pt idx="958">
                  <c:v>102927</c:v>
                </c:pt>
                <c:pt idx="959">
                  <c:v>107269</c:v>
                </c:pt>
                <c:pt idx="960">
                  <c:v>93112</c:v>
                </c:pt>
                <c:pt idx="961">
                  <c:v>84608</c:v>
                </c:pt>
                <c:pt idx="962">
                  <c:v>89981</c:v>
                </c:pt>
                <c:pt idx="963">
                  <c:v>77774</c:v>
                </c:pt>
                <c:pt idx="964">
                  <c:v>42471</c:v>
                </c:pt>
                <c:pt idx="965">
                  <c:v>121633</c:v>
                </c:pt>
                <c:pt idx="966">
                  <c:v>133456</c:v>
                </c:pt>
                <c:pt idx="967">
                  <c:v>60137</c:v>
                </c:pt>
                <c:pt idx="968">
                  <c:v>116930</c:v>
                </c:pt>
                <c:pt idx="969">
                  <c:v>125395</c:v>
                </c:pt>
                <c:pt idx="970">
                  <c:v>98423</c:v>
                </c:pt>
                <c:pt idx="971">
                  <c:v>49175</c:v>
                </c:pt>
                <c:pt idx="972">
                  <c:v>127555</c:v>
                </c:pt>
                <c:pt idx="973">
                  <c:v>138540</c:v>
                </c:pt>
                <c:pt idx="974">
                  <c:v>118299</c:v>
                </c:pt>
                <c:pt idx="975">
                  <c:v>110043</c:v>
                </c:pt>
                <c:pt idx="976">
                  <c:v>109675</c:v>
                </c:pt>
                <c:pt idx="977">
                  <c:v>89640</c:v>
                </c:pt>
                <c:pt idx="978">
                  <c:v>47706</c:v>
                </c:pt>
                <c:pt idx="979">
                  <c:v>137361</c:v>
                </c:pt>
                <c:pt idx="980">
                  <c:v>149425</c:v>
                </c:pt>
                <c:pt idx="981">
                  <c:v>133192</c:v>
                </c:pt>
                <c:pt idx="982">
                  <c:v>127800</c:v>
                </c:pt>
                <c:pt idx="983">
                  <c:v>135837</c:v>
                </c:pt>
                <c:pt idx="984">
                  <c:v>119521</c:v>
                </c:pt>
                <c:pt idx="985">
                  <c:v>62411</c:v>
                </c:pt>
                <c:pt idx="986">
                  <c:v>176067</c:v>
                </c:pt>
                <c:pt idx="987">
                  <c:v>190949</c:v>
                </c:pt>
                <c:pt idx="988">
                  <c:v>168577</c:v>
                </c:pt>
                <c:pt idx="989">
                  <c:v>153982</c:v>
                </c:pt>
                <c:pt idx="990">
                  <c:v>158732</c:v>
                </c:pt>
                <c:pt idx="991">
                  <c:v>136483</c:v>
                </c:pt>
                <c:pt idx="992">
                  <c:v>71393</c:v>
                </c:pt>
                <c:pt idx="993">
                  <c:v>186613</c:v>
                </c:pt>
                <c:pt idx="994">
                  <c:v>207219</c:v>
                </c:pt>
                <c:pt idx="995">
                  <c:v>184438</c:v>
                </c:pt>
                <c:pt idx="996">
                  <c:v>174454</c:v>
                </c:pt>
                <c:pt idx="997">
                  <c:v>177974</c:v>
                </c:pt>
                <c:pt idx="998">
                  <c:v>149821</c:v>
                </c:pt>
                <c:pt idx="999">
                  <c:v>77365</c:v>
                </c:pt>
                <c:pt idx="1000">
                  <c:v>203207</c:v>
                </c:pt>
                <c:pt idx="1001">
                  <c:v>216926</c:v>
                </c:pt>
                <c:pt idx="1002">
                  <c:v>192763</c:v>
                </c:pt>
                <c:pt idx="1003">
                  <c:v>149665</c:v>
                </c:pt>
                <c:pt idx="1004">
                  <c:v>107706</c:v>
                </c:pt>
                <c:pt idx="1005">
                  <c:v>87280</c:v>
                </c:pt>
                <c:pt idx="1006">
                  <c:v>76133</c:v>
                </c:pt>
                <c:pt idx="1007">
                  <c:v>89861</c:v>
                </c:pt>
                <c:pt idx="1008">
                  <c:v>104515</c:v>
                </c:pt>
                <c:pt idx="1009">
                  <c:v>227229</c:v>
                </c:pt>
                <c:pt idx="1010">
                  <c:v>246751</c:v>
                </c:pt>
                <c:pt idx="1011">
                  <c:v>238927</c:v>
                </c:pt>
                <c:pt idx="1012">
                  <c:v>190763</c:v>
                </c:pt>
                <c:pt idx="1013">
                  <c:v>95448</c:v>
                </c:pt>
                <c:pt idx="1014">
                  <c:v>75629</c:v>
                </c:pt>
                <c:pt idx="1015">
                  <c:v>199119</c:v>
                </c:pt>
                <c:pt idx="1016">
                  <c:v>185326</c:v>
                </c:pt>
                <c:pt idx="1017">
                  <c:v>144499</c:v>
                </c:pt>
                <c:pt idx="1018">
                  <c:v>132235</c:v>
                </c:pt>
                <c:pt idx="1019">
                  <c:v>108245</c:v>
                </c:pt>
                <c:pt idx="1020">
                  <c:v>54433</c:v>
                </c:pt>
                <c:pt idx="1021">
                  <c:v>127120</c:v>
                </c:pt>
                <c:pt idx="1022">
                  <c:v>124838</c:v>
                </c:pt>
                <c:pt idx="1023">
                  <c:v>96336</c:v>
                </c:pt>
                <c:pt idx="1024">
                  <c:v>82618</c:v>
                </c:pt>
                <c:pt idx="1025">
                  <c:v>79075</c:v>
                </c:pt>
                <c:pt idx="1026">
                  <c:v>64490</c:v>
                </c:pt>
                <c:pt idx="1027">
                  <c:v>32591</c:v>
                </c:pt>
                <c:pt idx="1028">
                  <c:v>81585</c:v>
                </c:pt>
                <c:pt idx="1029">
                  <c:v>79434</c:v>
                </c:pt>
                <c:pt idx="1030">
                  <c:v>60605</c:v>
                </c:pt>
                <c:pt idx="1031">
                  <c:v>53913</c:v>
                </c:pt>
                <c:pt idx="1032">
                  <c:v>54808</c:v>
                </c:pt>
                <c:pt idx="1033">
                  <c:v>44728</c:v>
                </c:pt>
                <c:pt idx="1034">
                  <c:v>21431</c:v>
                </c:pt>
                <c:pt idx="1035">
                  <c:v>57305</c:v>
                </c:pt>
                <c:pt idx="1036">
                  <c:v>55531</c:v>
                </c:pt>
                <c:pt idx="1037">
                  <c:v>45772</c:v>
                </c:pt>
                <c:pt idx="1038">
                  <c:v>39917</c:v>
                </c:pt>
                <c:pt idx="1039">
                  <c:v>38572</c:v>
                </c:pt>
                <c:pt idx="1040">
                  <c:v>32387</c:v>
                </c:pt>
                <c:pt idx="1041">
                  <c:v>15567</c:v>
                </c:pt>
                <c:pt idx="1042">
                  <c:v>41455</c:v>
                </c:pt>
                <c:pt idx="1043">
                  <c:v>41578</c:v>
                </c:pt>
                <c:pt idx="1044">
                  <c:v>32961</c:v>
                </c:pt>
                <c:pt idx="1045">
                  <c:v>28639</c:v>
                </c:pt>
                <c:pt idx="1046">
                  <c:v>27370</c:v>
                </c:pt>
                <c:pt idx="1047">
                  <c:v>13682</c:v>
                </c:pt>
                <c:pt idx="1048">
                  <c:v>9443</c:v>
                </c:pt>
                <c:pt idx="1049">
                  <c:v>31744</c:v>
                </c:pt>
                <c:pt idx="1050">
                  <c:v>28808</c:v>
                </c:pt>
                <c:pt idx="1051">
                  <c:v>21361</c:v>
                </c:pt>
                <c:pt idx="1052">
                  <c:v>18661</c:v>
                </c:pt>
                <c:pt idx="1053">
                  <c:v>17145</c:v>
                </c:pt>
                <c:pt idx="1054">
                  <c:v>14254</c:v>
                </c:pt>
                <c:pt idx="1055">
                  <c:v>7032</c:v>
                </c:pt>
                <c:pt idx="1056">
                  <c:v>19209</c:v>
                </c:pt>
                <c:pt idx="1057">
                  <c:v>18819</c:v>
                </c:pt>
                <c:pt idx="1058">
                  <c:v>15105</c:v>
                </c:pt>
                <c:pt idx="1059">
                  <c:v>6518</c:v>
                </c:pt>
                <c:pt idx="1060">
                  <c:v>14913</c:v>
                </c:pt>
                <c:pt idx="1061">
                  <c:v>12411</c:v>
                </c:pt>
                <c:pt idx="1062">
                  <c:v>5382</c:v>
                </c:pt>
                <c:pt idx="1063">
                  <c:v>14646</c:v>
                </c:pt>
                <c:pt idx="1064">
                  <c:v>13964</c:v>
                </c:pt>
                <c:pt idx="1065">
                  <c:v>11518</c:v>
                </c:pt>
                <c:pt idx="1066">
                  <c:v>10531</c:v>
                </c:pt>
                <c:pt idx="1067">
                  <c:v>10427</c:v>
                </c:pt>
                <c:pt idx="1068">
                  <c:v>8742</c:v>
                </c:pt>
                <c:pt idx="1069">
                  <c:v>4290</c:v>
                </c:pt>
                <c:pt idx="1070">
                  <c:v>12054</c:v>
                </c:pt>
                <c:pt idx="1071">
                  <c:v>11809</c:v>
                </c:pt>
                <c:pt idx="1072">
                  <c:v>9845</c:v>
                </c:pt>
                <c:pt idx="1073">
                  <c:v>9127</c:v>
                </c:pt>
                <c:pt idx="1074">
                  <c:v>9099</c:v>
                </c:pt>
                <c:pt idx="1075">
                  <c:v>7016</c:v>
                </c:pt>
                <c:pt idx="1076">
                  <c:v>3371</c:v>
                </c:pt>
                <c:pt idx="1077">
                  <c:v>9934</c:v>
                </c:pt>
                <c:pt idx="1078">
                  <c:v>9545</c:v>
                </c:pt>
                <c:pt idx="1079">
                  <c:v>7727</c:v>
                </c:pt>
                <c:pt idx="1080">
                  <c:v>6922</c:v>
                </c:pt>
                <c:pt idx="1081">
                  <c:v>7082</c:v>
                </c:pt>
                <c:pt idx="1082">
                  <c:v>5935</c:v>
                </c:pt>
                <c:pt idx="1083">
                  <c:v>2779</c:v>
                </c:pt>
                <c:pt idx="1084">
                  <c:v>8708</c:v>
                </c:pt>
                <c:pt idx="1085">
                  <c:v>4469</c:v>
                </c:pt>
                <c:pt idx="1086">
                  <c:v>8523</c:v>
                </c:pt>
                <c:pt idx="1087">
                  <c:v>8655</c:v>
                </c:pt>
                <c:pt idx="1088">
                  <c:v>8300</c:v>
                </c:pt>
                <c:pt idx="1089">
                  <c:v>6217</c:v>
                </c:pt>
                <c:pt idx="1090">
                  <c:v>2889</c:v>
                </c:pt>
                <c:pt idx="1091">
                  <c:v>8082</c:v>
                </c:pt>
                <c:pt idx="1092">
                  <c:v>8338</c:v>
                </c:pt>
                <c:pt idx="1093">
                  <c:v>7212</c:v>
                </c:pt>
                <c:pt idx="1094">
                  <c:v>6740</c:v>
                </c:pt>
                <c:pt idx="1095">
                  <c:v>7493</c:v>
                </c:pt>
                <c:pt idx="1096">
                  <c:v>6302</c:v>
                </c:pt>
                <c:pt idx="1097">
                  <c:v>3231</c:v>
                </c:pt>
                <c:pt idx="1098">
                  <c:v>9429</c:v>
                </c:pt>
                <c:pt idx="1099">
                  <c:v>9640</c:v>
                </c:pt>
                <c:pt idx="1100">
                  <c:v>8573</c:v>
                </c:pt>
                <c:pt idx="1101">
                  <c:v>8337</c:v>
                </c:pt>
                <c:pt idx="1102">
                  <c:v>8420</c:v>
                </c:pt>
                <c:pt idx="1103">
                  <c:v>7137</c:v>
                </c:pt>
                <c:pt idx="1104">
                  <c:v>3306</c:v>
                </c:pt>
                <c:pt idx="1105">
                  <c:v>9951</c:v>
                </c:pt>
                <c:pt idx="1106">
                  <c:v>10208</c:v>
                </c:pt>
                <c:pt idx="1107">
                  <c:v>9152</c:v>
                </c:pt>
                <c:pt idx="1108">
                  <c:v>8433</c:v>
                </c:pt>
                <c:pt idx="1109">
                  <c:v>8517</c:v>
                </c:pt>
                <c:pt idx="1110">
                  <c:v>7035</c:v>
                </c:pt>
                <c:pt idx="1111">
                  <c:v>3513</c:v>
                </c:pt>
                <c:pt idx="1112">
                  <c:v>11585</c:v>
                </c:pt>
                <c:pt idx="1113">
                  <c:v>12118</c:v>
                </c:pt>
                <c:pt idx="1114">
                  <c:v>10558</c:v>
                </c:pt>
                <c:pt idx="1115">
                  <c:v>10133</c:v>
                </c:pt>
                <c:pt idx="1116">
                  <c:v>10649</c:v>
                </c:pt>
                <c:pt idx="1117">
                  <c:v>8607</c:v>
                </c:pt>
                <c:pt idx="1118">
                  <c:v>4175</c:v>
                </c:pt>
                <c:pt idx="1119">
                  <c:v>12497</c:v>
                </c:pt>
                <c:pt idx="1120">
                  <c:v>13249</c:v>
                </c:pt>
                <c:pt idx="1121">
                  <c:v>11868</c:v>
                </c:pt>
                <c:pt idx="1122">
                  <c:v>11452</c:v>
                </c:pt>
                <c:pt idx="1123">
                  <c:v>13082</c:v>
                </c:pt>
                <c:pt idx="1124">
                  <c:v>6754</c:v>
                </c:pt>
                <c:pt idx="1125">
                  <c:v>5033</c:v>
                </c:pt>
                <c:pt idx="1126">
                  <c:v>16972</c:v>
                </c:pt>
                <c:pt idx="1127">
                  <c:v>16631</c:v>
                </c:pt>
                <c:pt idx="1128">
                  <c:v>7343</c:v>
                </c:pt>
                <c:pt idx="1129">
                  <c:v>5807</c:v>
                </c:pt>
                <c:pt idx="1130">
                  <c:v>6229</c:v>
                </c:pt>
                <c:pt idx="1131">
                  <c:v>14436</c:v>
                </c:pt>
                <c:pt idx="1132">
                  <c:v>9310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88-4589-9218-6028783348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76079423"/>
        <c:axId val="1576079903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Date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Sheet1!$A$2:$A$1134</c15:sqref>
                        </c15:formulaRef>
                      </c:ext>
                    </c:extLst>
                    <c:strCache>
                      <c:ptCount val="1126"/>
                      <c:pt idx="0">
                        <c:v>April 1, 2020</c:v>
                      </c:pt>
                      <c:pt idx="30">
                        <c:v>May 1, 2020</c:v>
                      </c:pt>
                      <c:pt idx="61">
                        <c:v>June 1, 2020</c:v>
                      </c:pt>
                      <c:pt idx="91">
                        <c:v>July 1, 2020</c:v>
                      </c:pt>
                      <c:pt idx="122">
                        <c:v>August 1, 2020</c:v>
                      </c:pt>
                      <c:pt idx="153">
                        <c:v>September 1, 2020</c:v>
                      </c:pt>
                      <c:pt idx="183">
                        <c:v>October 1, 2020</c:v>
                      </c:pt>
                      <c:pt idx="214">
                        <c:v>November 1, 2020</c:v>
                      </c:pt>
                      <c:pt idx="244">
                        <c:v>December 1, 2020</c:v>
                      </c:pt>
                      <c:pt idx="275">
                        <c:v>January 1, 2021</c:v>
                      </c:pt>
                      <c:pt idx="306">
                        <c:v>February 1, 2021</c:v>
                      </c:pt>
                      <c:pt idx="334">
                        <c:v>March 1, 2021</c:v>
                      </c:pt>
                      <c:pt idx="365">
                        <c:v>April 1, 2021</c:v>
                      </c:pt>
                      <c:pt idx="395">
                        <c:v>May 1, 2021</c:v>
                      </c:pt>
                      <c:pt idx="426">
                        <c:v>June 1, 2021</c:v>
                      </c:pt>
                      <c:pt idx="456">
                        <c:v>July 1, 2021</c:v>
                      </c:pt>
                      <c:pt idx="487">
                        <c:v>August 1, 2021</c:v>
                      </c:pt>
                      <c:pt idx="518">
                        <c:v>September 1, 2021</c:v>
                      </c:pt>
                      <c:pt idx="548">
                        <c:v>October 1, 2021</c:v>
                      </c:pt>
                      <c:pt idx="579">
                        <c:v>November 1, 2021</c:v>
                      </c:pt>
                      <c:pt idx="609">
                        <c:v>December 1, 2021</c:v>
                      </c:pt>
                      <c:pt idx="640">
                        <c:v>January 1, 2022</c:v>
                      </c:pt>
                      <c:pt idx="671">
                        <c:v>February 1, 2022</c:v>
                      </c:pt>
                      <c:pt idx="699">
                        <c:v>March 1, 2022</c:v>
                      </c:pt>
                      <c:pt idx="730">
                        <c:v>April 1, 2022</c:v>
                      </c:pt>
                      <c:pt idx="760">
                        <c:v>May 1, 2022</c:v>
                      </c:pt>
                      <c:pt idx="791">
                        <c:v>June 1, 2022</c:v>
                      </c:pt>
                      <c:pt idx="821">
                        <c:v>July 1, 2022</c:v>
                      </c:pt>
                      <c:pt idx="852">
                        <c:v>August 1, 2022</c:v>
                      </c:pt>
                      <c:pt idx="883">
                        <c:v>September 1, 2022</c:v>
                      </c:pt>
                      <c:pt idx="913">
                        <c:v>October 1, 2022</c:v>
                      </c:pt>
                      <c:pt idx="944">
                        <c:v>November 1, 2022</c:v>
                      </c:pt>
                      <c:pt idx="974">
                        <c:v>December 1, 2022</c:v>
                      </c:pt>
                      <c:pt idx="1005">
                        <c:v>January 1, 2023</c:v>
                      </c:pt>
                      <c:pt idx="1036">
                        <c:v>February 1, 2023</c:v>
                      </c:pt>
                      <c:pt idx="1064">
                        <c:v>March 1, 2023</c:v>
                      </c:pt>
                      <c:pt idx="1095">
                        <c:v>April 1, 2023</c:v>
                      </c:pt>
                      <c:pt idx="1125">
                        <c:v>May 1, 2023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Sheet1!$B$2:$B$1134</c15:sqref>
                        </c15:formulaRef>
                      </c:ext>
                    </c:extLst>
                    <c:numCache>
                      <c:formatCode>@</c:formatCode>
                      <c:ptCount val="1133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0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0</c:v>
                      </c:pt>
                      <c:pt idx="36">
                        <c:v>0</c:v>
                      </c:pt>
                      <c:pt idx="37">
                        <c:v>0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0</c:v>
                      </c:pt>
                      <c:pt idx="43">
                        <c:v>0</c:v>
                      </c:pt>
                      <c:pt idx="44">
                        <c:v>0</c:v>
                      </c:pt>
                      <c:pt idx="45">
                        <c:v>0</c:v>
                      </c:pt>
                      <c:pt idx="46">
                        <c:v>0</c:v>
                      </c:pt>
                      <c:pt idx="47">
                        <c:v>0</c:v>
                      </c:pt>
                      <c:pt idx="48">
                        <c:v>0</c:v>
                      </c:pt>
                      <c:pt idx="49">
                        <c:v>0</c:v>
                      </c:pt>
                      <c:pt idx="50">
                        <c:v>0</c:v>
                      </c:pt>
                      <c:pt idx="51">
                        <c:v>0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  <c:pt idx="100">
                        <c:v>0</c:v>
                      </c:pt>
                      <c:pt idx="101">
                        <c:v>0</c:v>
                      </c:pt>
                      <c:pt idx="102">
                        <c:v>0</c:v>
                      </c:pt>
                      <c:pt idx="103">
                        <c:v>0</c:v>
                      </c:pt>
                      <c:pt idx="104">
                        <c:v>0</c:v>
                      </c:pt>
                      <c:pt idx="105">
                        <c:v>0</c:v>
                      </c:pt>
                      <c:pt idx="106">
                        <c:v>0</c:v>
                      </c:pt>
                      <c:pt idx="107">
                        <c:v>0</c:v>
                      </c:pt>
                      <c:pt idx="108">
                        <c:v>0</c:v>
                      </c:pt>
                      <c:pt idx="109">
                        <c:v>0</c:v>
                      </c:pt>
                      <c:pt idx="110">
                        <c:v>0</c:v>
                      </c:pt>
                      <c:pt idx="111">
                        <c:v>0</c:v>
                      </c:pt>
                      <c:pt idx="112">
                        <c:v>0</c:v>
                      </c:pt>
                      <c:pt idx="113">
                        <c:v>0</c:v>
                      </c:pt>
                      <c:pt idx="114">
                        <c:v>0</c:v>
                      </c:pt>
                      <c:pt idx="115">
                        <c:v>0</c:v>
                      </c:pt>
                      <c:pt idx="116">
                        <c:v>0</c:v>
                      </c:pt>
                      <c:pt idx="117">
                        <c:v>0</c:v>
                      </c:pt>
                      <c:pt idx="118">
                        <c:v>0</c:v>
                      </c:pt>
                      <c:pt idx="119">
                        <c:v>0</c:v>
                      </c:pt>
                      <c:pt idx="120">
                        <c:v>0</c:v>
                      </c:pt>
                      <c:pt idx="121">
                        <c:v>0</c:v>
                      </c:pt>
                      <c:pt idx="122">
                        <c:v>0</c:v>
                      </c:pt>
                      <c:pt idx="123">
                        <c:v>0</c:v>
                      </c:pt>
                      <c:pt idx="124">
                        <c:v>0</c:v>
                      </c:pt>
                      <c:pt idx="125">
                        <c:v>0</c:v>
                      </c:pt>
                      <c:pt idx="126">
                        <c:v>0</c:v>
                      </c:pt>
                      <c:pt idx="127">
                        <c:v>0</c:v>
                      </c:pt>
                      <c:pt idx="128">
                        <c:v>0</c:v>
                      </c:pt>
                      <c:pt idx="129">
                        <c:v>0</c:v>
                      </c:pt>
                      <c:pt idx="130">
                        <c:v>0</c:v>
                      </c:pt>
                      <c:pt idx="131">
                        <c:v>0</c:v>
                      </c:pt>
                      <c:pt idx="132">
                        <c:v>0</c:v>
                      </c:pt>
                      <c:pt idx="133">
                        <c:v>0</c:v>
                      </c:pt>
                      <c:pt idx="134">
                        <c:v>0</c:v>
                      </c:pt>
                      <c:pt idx="135">
                        <c:v>0</c:v>
                      </c:pt>
                      <c:pt idx="136">
                        <c:v>0</c:v>
                      </c:pt>
                      <c:pt idx="137">
                        <c:v>0</c:v>
                      </c:pt>
                      <c:pt idx="138">
                        <c:v>0</c:v>
                      </c:pt>
                      <c:pt idx="139">
                        <c:v>0</c:v>
                      </c:pt>
                      <c:pt idx="140">
                        <c:v>0</c:v>
                      </c:pt>
                      <c:pt idx="141">
                        <c:v>0</c:v>
                      </c:pt>
                      <c:pt idx="142">
                        <c:v>0</c:v>
                      </c:pt>
                      <c:pt idx="143">
                        <c:v>0</c:v>
                      </c:pt>
                      <c:pt idx="144">
                        <c:v>0</c:v>
                      </c:pt>
                      <c:pt idx="145">
                        <c:v>0</c:v>
                      </c:pt>
                      <c:pt idx="146">
                        <c:v>0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0</c:v>
                      </c:pt>
                      <c:pt idx="151">
                        <c:v>0</c:v>
                      </c:pt>
                      <c:pt idx="152">
                        <c:v>0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0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0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0</c:v>
                      </c:pt>
                      <c:pt idx="167">
                        <c:v>0</c:v>
                      </c:pt>
                      <c:pt idx="168">
                        <c:v>0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0</c:v>
                      </c:pt>
                      <c:pt idx="172">
                        <c:v>0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0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  <c:pt idx="200">
                        <c:v>0</c:v>
                      </c:pt>
                      <c:pt idx="201">
                        <c:v>0</c:v>
                      </c:pt>
                      <c:pt idx="202">
                        <c:v>0</c:v>
                      </c:pt>
                      <c:pt idx="203">
                        <c:v>0</c:v>
                      </c:pt>
                      <c:pt idx="204">
                        <c:v>0</c:v>
                      </c:pt>
                      <c:pt idx="205">
                        <c:v>0</c:v>
                      </c:pt>
                      <c:pt idx="206">
                        <c:v>0</c:v>
                      </c:pt>
                      <c:pt idx="207">
                        <c:v>0</c:v>
                      </c:pt>
                      <c:pt idx="208">
                        <c:v>0</c:v>
                      </c:pt>
                      <c:pt idx="209">
                        <c:v>0</c:v>
                      </c:pt>
                      <c:pt idx="210">
                        <c:v>0</c:v>
                      </c:pt>
                      <c:pt idx="211">
                        <c:v>0</c:v>
                      </c:pt>
                      <c:pt idx="212">
                        <c:v>0</c:v>
                      </c:pt>
                      <c:pt idx="213">
                        <c:v>0</c:v>
                      </c:pt>
                      <c:pt idx="214">
                        <c:v>0</c:v>
                      </c:pt>
                      <c:pt idx="215">
                        <c:v>0</c:v>
                      </c:pt>
                      <c:pt idx="216">
                        <c:v>0</c:v>
                      </c:pt>
                      <c:pt idx="217">
                        <c:v>0</c:v>
                      </c:pt>
                      <c:pt idx="218">
                        <c:v>0</c:v>
                      </c:pt>
                      <c:pt idx="219">
                        <c:v>0</c:v>
                      </c:pt>
                      <c:pt idx="220">
                        <c:v>0</c:v>
                      </c:pt>
                      <c:pt idx="221">
                        <c:v>0</c:v>
                      </c:pt>
                      <c:pt idx="222">
                        <c:v>0</c:v>
                      </c:pt>
                      <c:pt idx="223">
                        <c:v>0</c:v>
                      </c:pt>
                      <c:pt idx="224">
                        <c:v>0</c:v>
                      </c:pt>
                      <c:pt idx="225">
                        <c:v>0</c:v>
                      </c:pt>
                      <c:pt idx="226">
                        <c:v>0</c:v>
                      </c:pt>
                      <c:pt idx="227">
                        <c:v>0</c:v>
                      </c:pt>
                      <c:pt idx="228">
                        <c:v>0</c:v>
                      </c:pt>
                      <c:pt idx="229">
                        <c:v>0</c:v>
                      </c:pt>
                      <c:pt idx="230">
                        <c:v>0</c:v>
                      </c:pt>
                      <c:pt idx="231">
                        <c:v>0</c:v>
                      </c:pt>
                      <c:pt idx="232">
                        <c:v>0</c:v>
                      </c:pt>
                      <c:pt idx="233">
                        <c:v>0</c:v>
                      </c:pt>
                      <c:pt idx="234">
                        <c:v>0</c:v>
                      </c:pt>
                      <c:pt idx="235">
                        <c:v>0</c:v>
                      </c:pt>
                      <c:pt idx="236">
                        <c:v>0</c:v>
                      </c:pt>
                      <c:pt idx="237">
                        <c:v>0</c:v>
                      </c:pt>
                      <c:pt idx="238">
                        <c:v>0</c:v>
                      </c:pt>
                      <c:pt idx="239">
                        <c:v>0</c:v>
                      </c:pt>
                      <c:pt idx="240">
                        <c:v>0</c:v>
                      </c:pt>
                      <c:pt idx="241">
                        <c:v>0</c:v>
                      </c:pt>
                      <c:pt idx="242">
                        <c:v>0</c:v>
                      </c:pt>
                      <c:pt idx="243">
                        <c:v>0</c:v>
                      </c:pt>
                      <c:pt idx="244">
                        <c:v>0</c:v>
                      </c:pt>
                      <c:pt idx="245">
                        <c:v>0</c:v>
                      </c:pt>
                      <c:pt idx="246">
                        <c:v>0</c:v>
                      </c:pt>
                      <c:pt idx="247">
                        <c:v>0</c:v>
                      </c:pt>
                      <c:pt idx="248">
                        <c:v>0</c:v>
                      </c:pt>
                      <c:pt idx="249">
                        <c:v>0</c:v>
                      </c:pt>
                      <c:pt idx="250">
                        <c:v>0</c:v>
                      </c:pt>
                      <c:pt idx="251">
                        <c:v>0</c:v>
                      </c:pt>
                      <c:pt idx="252">
                        <c:v>0</c:v>
                      </c:pt>
                      <c:pt idx="253">
                        <c:v>0</c:v>
                      </c:pt>
                      <c:pt idx="254">
                        <c:v>0</c:v>
                      </c:pt>
                      <c:pt idx="255">
                        <c:v>0</c:v>
                      </c:pt>
                      <c:pt idx="256">
                        <c:v>0</c:v>
                      </c:pt>
                      <c:pt idx="257">
                        <c:v>0</c:v>
                      </c:pt>
                      <c:pt idx="258">
                        <c:v>0</c:v>
                      </c:pt>
                      <c:pt idx="259">
                        <c:v>0</c:v>
                      </c:pt>
                      <c:pt idx="260">
                        <c:v>0</c:v>
                      </c:pt>
                      <c:pt idx="261">
                        <c:v>0</c:v>
                      </c:pt>
                      <c:pt idx="262">
                        <c:v>0</c:v>
                      </c:pt>
                      <c:pt idx="263">
                        <c:v>0</c:v>
                      </c:pt>
                      <c:pt idx="264">
                        <c:v>0</c:v>
                      </c:pt>
                      <c:pt idx="265">
                        <c:v>0</c:v>
                      </c:pt>
                      <c:pt idx="266">
                        <c:v>0</c:v>
                      </c:pt>
                      <c:pt idx="267">
                        <c:v>0</c:v>
                      </c:pt>
                      <c:pt idx="268">
                        <c:v>0</c:v>
                      </c:pt>
                      <c:pt idx="269">
                        <c:v>0</c:v>
                      </c:pt>
                      <c:pt idx="270">
                        <c:v>0</c:v>
                      </c:pt>
                      <c:pt idx="271">
                        <c:v>0</c:v>
                      </c:pt>
                      <c:pt idx="272">
                        <c:v>0</c:v>
                      </c:pt>
                      <c:pt idx="273">
                        <c:v>0</c:v>
                      </c:pt>
                      <c:pt idx="274">
                        <c:v>0</c:v>
                      </c:pt>
                      <c:pt idx="275">
                        <c:v>0</c:v>
                      </c:pt>
                      <c:pt idx="276">
                        <c:v>0</c:v>
                      </c:pt>
                      <c:pt idx="277">
                        <c:v>0</c:v>
                      </c:pt>
                      <c:pt idx="278">
                        <c:v>0</c:v>
                      </c:pt>
                      <c:pt idx="279">
                        <c:v>0</c:v>
                      </c:pt>
                      <c:pt idx="280">
                        <c:v>0</c:v>
                      </c:pt>
                      <c:pt idx="281">
                        <c:v>0</c:v>
                      </c:pt>
                      <c:pt idx="282">
                        <c:v>0</c:v>
                      </c:pt>
                      <c:pt idx="283">
                        <c:v>0</c:v>
                      </c:pt>
                      <c:pt idx="284">
                        <c:v>0</c:v>
                      </c:pt>
                      <c:pt idx="285">
                        <c:v>0</c:v>
                      </c:pt>
                      <c:pt idx="286">
                        <c:v>0</c:v>
                      </c:pt>
                      <c:pt idx="287">
                        <c:v>0</c:v>
                      </c:pt>
                      <c:pt idx="288">
                        <c:v>0</c:v>
                      </c:pt>
                      <c:pt idx="289">
                        <c:v>0</c:v>
                      </c:pt>
                      <c:pt idx="290">
                        <c:v>0</c:v>
                      </c:pt>
                      <c:pt idx="291">
                        <c:v>0</c:v>
                      </c:pt>
                      <c:pt idx="292">
                        <c:v>0</c:v>
                      </c:pt>
                      <c:pt idx="293">
                        <c:v>0</c:v>
                      </c:pt>
                      <c:pt idx="294">
                        <c:v>0</c:v>
                      </c:pt>
                      <c:pt idx="295">
                        <c:v>0</c:v>
                      </c:pt>
                      <c:pt idx="296">
                        <c:v>0</c:v>
                      </c:pt>
                      <c:pt idx="297">
                        <c:v>0</c:v>
                      </c:pt>
                      <c:pt idx="298">
                        <c:v>0</c:v>
                      </c:pt>
                      <c:pt idx="299">
                        <c:v>0</c:v>
                      </c:pt>
                      <c:pt idx="300">
                        <c:v>0</c:v>
                      </c:pt>
                      <c:pt idx="301">
                        <c:v>0</c:v>
                      </c:pt>
                      <c:pt idx="302">
                        <c:v>0</c:v>
                      </c:pt>
                      <c:pt idx="303">
                        <c:v>0</c:v>
                      </c:pt>
                      <c:pt idx="304">
                        <c:v>0</c:v>
                      </c:pt>
                      <c:pt idx="305">
                        <c:v>0</c:v>
                      </c:pt>
                      <c:pt idx="306">
                        <c:v>0</c:v>
                      </c:pt>
                      <c:pt idx="307">
                        <c:v>0</c:v>
                      </c:pt>
                      <c:pt idx="308">
                        <c:v>0</c:v>
                      </c:pt>
                      <c:pt idx="309">
                        <c:v>0</c:v>
                      </c:pt>
                      <c:pt idx="310">
                        <c:v>0</c:v>
                      </c:pt>
                      <c:pt idx="311">
                        <c:v>0</c:v>
                      </c:pt>
                      <c:pt idx="312">
                        <c:v>0</c:v>
                      </c:pt>
                      <c:pt idx="313">
                        <c:v>0</c:v>
                      </c:pt>
                      <c:pt idx="314">
                        <c:v>0</c:v>
                      </c:pt>
                      <c:pt idx="315">
                        <c:v>0</c:v>
                      </c:pt>
                      <c:pt idx="316">
                        <c:v>0</c:v>
                      </c:pt>
                      <c:pt idx="317">
                        <c:v>0</c:v>
                      </c:pt>
                      <c:pt idx="318">
                        <c:v>0</c:v>
                      </c:pt>
                      <c:pt idx="319">
                        <c:v>0</c:v>
                      </c:pt>
                      <c:pt idx="320">
                        <c:v>0</c:v>
                      </c:pt>
                      <c:pt idx="321">
                        <c:v>0</c:v>
                      </c:pt>
                      <c:pt idx="322">
                        <c:v>0</c:v>
                      </c:pt>
                      <c:pt idx="323">
                        <c:v>0</c:v>
                      </c:pt>
                      <c:pt idx="324">
                        <c:v>0</c:v>
                      </c:pt>
                      <c:pt idx="325">
                        <c:v>0</c:v>
                      </c:pt>
                      <c:pt idx="326">
                        <c:v>0</c:v>
                      </c:pt>
                      <c:pt idx="327">
                        <c:v>0</c:v>
                      </c:pt>
                      <c:pt idx="328">
                        <c:v>0</c:v>
                      </c:pt>
                      <c:pt idx="329">
                        <c:v>0</c:v>
                      </c:pt>
                      <c:pt idx="330">
                        <c:v>0</c:v>
                      </c:pt>
                      <c:pt idx="331">
                        <c:v>0</c:v>
                      </c:pt>
                      <c:pt idx="332">
                        <c:v>0</c:v>
                      </c:pt>
                      <c:pt idx="333">
                        <c:v>0</c:v>
                      </c:pt>
                      <c:pt idx="334">
                        <c:v>0</c:v>
                      </c:pt>
                      <c:pt idx="335">
                        <c:v>0</c:v>
                      </c:pt>
                      <c:pt idx="336">
                        <c:v>0</c:v>
                      </c:pt>
                      <c:pt idx="337">
                        <c:v>0</c:v>
                      </c:pt>
                      <c:pt idx="338">
                        <c:v>0</c:v>
                      </c:pt>
                      <c:pt idx="339">
                        <c:v>0</c:v>
                      </c:pt>
                      <c:pt idx="340">
                        <c:v>0</c:v>
                      </c:pt>
                      <c:pt idx="341">
                        <c:v>0</c:v>
                      </c:pt>
                      <c:pt idx="342">
                        <c:v>0</c:v>
                      </c:pt>
                      <c:pt idx="343">
                        <c:v>0</c:v>
                      </c:pt>
                      <c:pt idx="344">
                        <c:v>0</c:v>
                      </c:pt>
                      <c:pt idx="345">
                        <c:v>0</c:v>
                      </c:pt>
                      <c:pt idx="346">
                        <c:v>0</c:v>
                      </c:pt>
                      <c:pt idx="347">
                        <c:v>0</c:v>
                      </c:pt>
                      <c:pt idx="348">
                        <c:v>0</c:v>
                      </c:pt>
                      <c:pt idx="349">
                        <c:v>0</c:v>
                      </c:pt>
                      <c:pt idx="350">
                        <c:v>0</c:v>
                      </c:pt>
                      <c:pt idx="351">
                        <c:v>0</c:v>
                      </c:pt>
                      <c:pt idx="352">
                        <c:v>0</c:v>
                      </c:pt>
                      <c:pt idx="353">
                        <c:v>0</c:v>
                      </c:pt>
                      <c:pt idx="354">
                        <c:v>0</c:v>
                      </c:pt>
                      <c:pt idx="355">
                        <c:v>0</c:v>
                      </c:pt>
                      <c:pt idx="356">
                        <c:v>0</c:v>
                      </c:pt>
                      <c:pt idx="357">
                        <c:v>0</c:v>
                      </c:pt>
                      <c:pt idx="358">
                        <c:v>0</c:v>
                      </c:pt>
                      <c:pt idx="359">
                        <c:v>0</c:v>
                      </c:pt>
                      <c:pt idx="360">
                        <c:v>0</c:v>
                      </c:pt>
                      <c:pt idx="361">
                        <c:v>0</c:v>
                      </c:pt>
                      <c:pt idx="362">
                        <c:v>0</c:v>
                      </c:pt>
                      <c:pt idx="363">
                        <c:v>0</c:v>
                      </c:pt>
                      <c:pt idx="364">
                        <c:v>0</c:v>
                      </c:pt>
                      <c:pt idx="365">
                        <c:v>0</c:v>
                      </c:pt>
                      <c:pt idx="366">
                        <c:v>0</c:v>
                      </c:pt>
                      <c:pt idx="367">
                        <c:v>0</c:v>
                      </c:pt>
                      <c:pt idx="368">
                        <c:v>0</c:v>
                      </c:pt>
                      <c:pt idx="369">
                        <c:v>0</c:v>
                      </c:pt>
                      <c:pt idx="370">
                        <c:v>0</c:v>
                      </c:pt>
                      <c:pt idx="371">
                        <c:v>0</c:v>
                      </c:pt>
                      <c:pt idx="372">
                        <c:v>0</c:v>
                      </c:pt>
                      <c:pt idx="373">
                        <c:v>0</c:v>
                      </c:pt>
                      <c:pt idx="374">
                        <c:v>0</c:v>
                      </c:pt>
                      <c:pt idx="375">
                        <c:v>0</c:v>
                      </c:pt>
                      <c:pt idx="376">
                        <c:v>0</c:v>
                      </c:pt>
                      <c:pt idx="377">
                        <c:v>0</c:v>
                      </c:pt>
                      <c:pt idx="378">
                        <c:v>0</c:v>
                      </c:pt>
                      <c:pt idx="379">
                        <c:v>0</c:v>
                      </c:pt>
                      <c:pt idx="380">
                        <c:v>0</c:v>
                      </c:pt>
                      <c:pt idx="381">
                        <c:v>0</c:v>
                      </c:pt>
                      <c:pt idx="382">
                        <c:v>0</c:v>
                      </c:pt>
                      <c:pt idx="383">
                        <c:v>0</c:v>
                      </c:pt>
                      <c:pt idx="384">
                        <c:v>0</c:v>
                      </c:pt>
                      <c:pt idx="385">
                        <c:v>0</c:v>
                      </c:pt>
                      <c:pt idx="386">
                        <c:v>0</c:v>
                      </c:pt>
                      <c:pt idx="387">
                        <c:v>0</c:v>
                      </c:pt>
                      <c:pt idx="388">
                        <c:v>0</c:v>
                      </c:pt>
                      <c:pt idx="389">
                        <c:v>0</c:v>
                      </c:pt>
                      <c:pt idx="390">
                        <c:v>0</c:v>
                      </c:pt>
                      <c:pt idx="391">
                        <c:v>0</c:v>
                      </c:pt>
                      <c:pt idx="392">
                        <c:v>0</c:v>
                      </c:pt>
                      <c:pt idx="393">
                        <c:v>0</c:v>
                      </c:pt>
                      <c:pt idx="394">
                        <c:v>0</c:v>
                      </c:pt>
                      <c:pt idx="395">
                        <c:v>0</c:v>
                      </c:pt>
                      <c:pt idx="396">
                        <c:v>0</c:v>
                      </c:pt>
                      <c:pt idx="397">
                        <c:v>0</c:v>
                      </c:pt>
                      <c:pt idx="398">
                        <c:v>0</c:v>
                      </c:pt>
                      <c:pt idx="399">
                        <c:v>0</c:v>
                      </c:pt>
                      <c:pt idx="400">
                        <c:v>0</c:v>
                      </c:pt>
                      <c:pt idx="401">
                        <c:v>0</c:v>
                      </c:pt>
                      <c:pt idx="402">
                        <c:v>0</c:v>
                      </c:pt>
                      <c:pt idx="403">
                        <c:v>0</c:v>
                      </c:pt>
                      <c:pt idx="404">
                        <c:v>0</c:v>
                      </c:pt>
                      <c:pt idx="405">
                        <c:v>0</c:v>
                      </c:pt>
                      <c:pt idx="406">
                        <c:v>0</c:v>
                      </c:pt>
                      <c:pt idx="407">
                        <c:v>0</c:v>
                      </c:pt>
                      <c:pt idx="408">
                        <c:v>0</c:v>
                      </c:pt>
                      <c:pt idx="409">
                        <c:v>0</c:v>
                      </c:pt>
                      <c:pt idx="410">
                        <c:v>0</c:v>
                      </c:pt>
                      <c:pt idx="411">
                        <c:v>0</c:v>
                      </c:pt>
                      <c:pt idx="412">
                        <c:v>0</c:v>
                      </c:pt>
                      <c:pt idx="413">
                        <c:v>0</c:v>
                      </c:pt>
                      <c:pt idx="414">
                        <c:v>0</c:v>
                      </c:pt>
                      <c:pt idx="415">
                        <c:v>0</c:v>
                      </c:pt>
                      <c:pt idx="416">
                        <c:v>0</c:v>
                      </c:pt>
                      <c:pt idx="417">
                        <c:v>0</c:v>
                      </c:pt>
                      <c:pt idx="418">
                        <c:v>0</c:v>
                      </c:pt>
                      <c:pt idx="419">
                        <c:v>0</c:v>
                      </c:pt>
                      <c:pt idx="420">
                        <c:v>0</c:v>
                      </c:pt>
                      <c:pt idx="421">
                        <c:v>0</c:v>
                      </c:pt>
                      <c:pt idx="422">
                        <c:v>0</c:v>
                      </c:pt>
                      <c:pt idx="423">
                        <c:v>0</c:v>
                      </c:pt>
                      <c:pt idx="424">
                        <c:v>0</c:v>
                      </c:pt>
                      <c:pt idx="425">
                        <c:v>0</c:v>
                      </c:pt>
                      <c:pt idx="426">
                        <c:v>0</c:v>
                      </c:pt>
                      <c:pt idx="427">
                        <c:v>0</c:v>
                      </c:pt>
                      <c:pt idx="428">
                        <c:v>0</c:v>
                      </c:pt>
                      <c:pt idx="429">
                        <c:v>0</c:v>
                      </c:pt>
                      <c:pt idx="430">
                        <c:v>0</c:v>
                      </c:pt>
                      <c:pt idx="431">
                        <c:v>0</c:v>
                      </c:pt>
                      <c:pt idx="432">
                        <c:v>0</c:v>
                      </c:pt>
                      <c:pt idx="433">
                        <c:v>0</c:v>
                      </c:pt>
                      <c:pt idx="434">
                        <c:v>0</c:v>
                      </c:pt>
                      <c:pt idx="435">
                        <c:v>0</c:v>
                      </c:pt>
                      <c:pt idx="436">
                        <c:v>0</c:v>
                      </c:pt>
                      <c:pt idx="437">
                        <c:v>0</c:v>
                      </c:pt>
                      <c:pt idx="438">
                        <c:v>0</c:v>
                      </c:pt>
                      <c:pt idx="439">
                        <c:v>0</c:v>
                      </c:pt>
                      <c:pt idx="440">
                        <c:v>0</c:v>
                      </c:pt>
                      <c:pt idx="441">
                        <c:v>0</c:v>
                      </c:pt>
                      <c:pt idx="442">
                        <c:v>0</c:v>
                      </c:pt>
                      <c:pt idx="443">
                        <c:v>0</c:v>
                      </c:pt>
                      <c:pt idx="444">
                        <c:v>0</c:v>
                      </c:pt>
                      <c:pt idx="445">
                        <c:v>0</c:v>
                      </c:pt>
                      <c:pt idx="446">
                        <c:v>0</c:v>
                      </c:pt>
                      <c:pt idx="447">
                        <c:v>0</c:v>
                      </c:pt>
                      <c:pt idx="448">
                        <c:v>0</c:v>
                      </c:pt>
                      <c:pt idx="449">
                        <c:v>0</c:v>
                      </c:pt>
                      <c:pt idx="450">
                        <c:v>0</c:v>
                      </c:pt>
                      <c:pt idx="451">
                        <c:v>0</c:v>
                      </c:pt>
                      <c:pt idx="452">
                        <c:v>0</c:v>
                      </c:pt>
                      <c:pt idx="453">
                        <c:v>0</c:v>
                      </c:pt>
                      <c:pt idx="454">
                        <c:v>0</c:v>
                      </c:pt>
                      <c:pt idx="455">
                        <c:v>0</c:v>
                      </c:pt>
                      <c:pt idx="456">
                        <c:v>0</c:v>
                      </c:pt>
                      <c:pt idx="457">
                        <c:v>0</c:v>
                      </c:pt>
                      <c:pt idx="458">
                        <c:v>0</c:v>
                      </c:pt>
                      <c:pt idx="459">
                        <c:v>0</c:v>
                      </c:pt>
                      <c:pt idx="460">
                        <c:v>0</c:v>
                      </c:pt>
                      <c:pt idx="461">
                        <c:v>0</c:v>
                      </c:pt>
                      <c:pt idx="462">
                        <c:v>0</c:v>
                      </c:pt>
                      <c:pt idx="463">
                        <c:v>0</c:v>
                      </c:pt>
                      <c:pt idx="464">
                        <c:v>0</c:v>
                      </c:pt>
                      <c:pt idx="465">
                        <c:v>0</c:v>
                      </c:pt>
                      <c:pt idx="466">
                        <c:v>0</c:v>
                      </c:pt>
                      <c:pt idx="467">
                        <c:v>0</c:v>
                      </c:pt>
                      <c:pt idx="468">
                        <c:v>0</c:v>
                      </c:pt>
                      <c:pt idx="469">
                        <c:v>0</c:v>
                      </c:pt>
                      <c:pt idx="470">
                        <c:v>0</c:v>
                      </c:pt>
                      <c:pt idx="471">
                        <c:v>0</c:v>
                      </c:pt>
                      <c:pt idx="472">
                        <c:v>0</c:v>
                      </c:pt>
                      <c:pt idx="473">
                        <c:v>0</c:v>
                      </c:pt>
                      <c:pt idx="474">
                        <c:v>0</c:v>
                      </c:pt>
                      <c:pt idx="475">
                        <c:v>0</c:v>
                      </c:pt>
                      <c:pt idx="476">
                        <c:v>0</c:v>
                      </c:pt>
                      <c:pt idx="477">
                        <c:v>0</c:v>
                      </c:pt>
                      <c:pt idx="478">
                        <c:v>0</c:v>
                      </c:pt>
                      <c:pt idx="479">
                        <c:v>0</c:v>
                      </c:pt>
                      <c:pt idx="480">
                        <c:v>0</c:v>
                      </c:pt>
                      <c:pt idx="481">
                        <c:v>0</c:v>
                      </c:pt>
                      <c:pt idx="482">
                        <c:v>0</c:v>
                      </c:pt>
                      <c:pt idx="483">
                        <c:v>0</c:v>
                      </c:pt>
                      <c:pt idx="484">
                        <c:v>0</c:v>
                      </c:pt>
                      <c:pt idx="485">
                        <c:v>0</c:v>
                      </c:pt>
                      <c:pt idx="486">
                        <c:v>0</c:v>
                      </c:pt>
                      <c:pt idx="487">
                        <c:v>0</c:v>
                      </c:pt>
                      <c:pt idx="488">
                        <c:v>0</c:v>
                      </c:pt>
                      <c:pt idx="489">
                        <c:v>0</c:v>
                      </c:pt>
                      <c:pt idx="490">
                        <c:v>0</c:v>
                      </c:pt>
                      <c:pt idx="491">
                        <c:v>0</c:v>
                      </c:pt>
                      <c:pt idx="492">
                        <c:v>0</c:v>
                      </c:pt>
                      <c:pt idx="493">
                        <c:v>0</c:v>
                      </c:pt>
                      <c:pt idx="494">
                        <c:v>0</c:v>
                      </c:pt>
                      <c:pt idx="495">
                        <c:v>0</c:v>
                      </c:pt>
                      <c:pt idx="496">
                        <c:v>0</c:v>
                      </c:pt>
                      <c:pt idx="497">
                        <c:v>0</c:v>
                      </c:pt>
                      <c:pt idx="498">
                        <c:v>0</c:v>
                      </c:pt>
                      <c:pt idx="499">
                        <c:v>0</c:v>
                      </c:pt>
                      <c:pt idx="500">
                        <c:v>0</c:v>
                      </c:pt>
                      <c:pt idx="501">
                        <c:v>0</c:v>
                      </c:pt>
                      <c:pt idx="502">
                        <c:v>0</c:v>
                      </c:pt>
                      <c:pt idx="503">
                        <c:v>0</c:v>
                      </c:pt>
                      <c:pt idx="504">
                        <c:v>0</c:v>
                      </c:pt>
                      <c:pt idx="505">
                        <c:v>0</c:v>
                      </c:pt>
                      <c:pt idx="506">
                        <c:v>0</c:v>
                      </c:pt>
                      <c:pt idx="507">
                        <c:v>0</c:v>
                      </c:pt>
                      <c:pt idx="508">
                        <c:v>0</c:v>
                      </c:pt>
                      <c:pt idx="509">
                        <c:v>0</c:v>
                      </c:pt>
                      <c:pt idx="510">
                        <c:v>0</c:v>
                      </c:pt>
                      <c:pt idx="511">
                        <c:v>0</c:v>
                      </c:pt>
                      <c:pt idx="512">
                        <c:v>0</c:v>
                      </c:pt>
                      <c:pt idx="513">
                        <c:v>0</c:v>
                      </c:pt>
                      <c:pt idx="514">
                        <c:v>0</c:v>
                      </c:pt>
                      <c:pt idx="515">
                        <c:v>0</c:v>
                      </c:pt>
                      <c:pt idx="516">
                        <c:v>0</c:v>
                      </c:pt>
                      <c:pt idx="517">
                        <c:v>0</c:v>
                      </c:pt>
                      <c:pt idx="518">
                        <c:v>0</c:v>
                      </c:pt>
                      <c:pt idx="519">
                        <c:v>0</c:v>
                      </c:pt>
                      <c:pt idx="520">
                        <c:v>0</c:v>
                      </c:pt>
                      <c:pt idx="521">
                        <c:v>0</c:v>
                      </c:pt>
                      <c:pt idx="522">
                        <c:v>0</c:v>
                      </c:pt>
                      <c:pt idx="523">
                        <c:v>0</c:v>
                      </c:pt>
                      <c:pt idx="524">
                        <c:v>0</c:v>
                      </c:pt>
                      <c:pt idx="525">
                        <c:v>0</c:v>
                      </c:pt>
                      <c:pt idx="526">
                        <c:v>0</c:v>
                      </c:pt>
                      <c:pt idx="527">
                        <c:v>0</c:v>
                      </c:pt>
                      <c:pt idx="528">
                        <c:v>0</c:v>
                      </c:pt>
                      <c:pt idx="529">
                        <c:v>0</c:v>
                      </c:pt>
                      <c:pt idx="530">
                        <c:v>0</c:v>
                      </c:pt>
                      <c:pt idx="531">
                        <c:v>0</c:v>
                      </c:pt>
                      <c:pt idx="532">
                        <c:v>0</c:v>
                      </c:pt>
                      <c:pt idx="533">
                        <c:v>0</c:v>
                      </c:pt>
                      <c:pt idx="534">
                        <c:v>0</c:v>
                      </c:pt>
                      <c:pt idx="535">
                        <c:v>0</c:v>
                      </c:pt>
                      <c:pt idx="536">
                        <c:v>0</c:v>
                      </c:pt>
                      <c:pt idx="537">
                        <c:v>0</c:v>
                      </c:pt>
                      <c:pt idx="538">
                        <c:v>0</c:v>
                      </c:pt>
                      <c:pt idx="539">
                        <c:v>0</c:v>
                      </c:pt>
                      <c:pt idx="540">
                        <c:v>0</c:v>
                      </c:pt>
                      <c:pt idx="541">
                        <c:v>0</c:v>
                      </c:pt>
                      <c:pt idx="542">
                        <c:v>0</c:v>
                      </c:pt>
                      <c:pt idx="543">
                        <c:v>0</c:v>
                      </c:pt>
                      <c:pt idx="544">
                        <c:v>0</c:v>
                      </c:pt>
                      <c:pt idx="545">
                        <c:v>0</c:v>
                      </c:pt>
                      <c:pt idx="546">
                        <c:v>0</c:v>
                      </c:pt>
                      <c:pt idx="547">
                        <c:v>0</c:v>
                      </c:pt>
                      <c:pt idx="548">
                        <c:v>0</c:v>
                      </c:pt>
                      <c:pt idx="549">
                        <c:v>0</c:v>
                      </c:pt>
                      <c:pt idx="550">
                        <c:v>0</c:v>
                      </c:pt>
                      <c:pt idx="551">
                        <c:v>0</c:v>
                      </c:pt>
                      <c:pt idx="552">
                        <c:v>0</c:v>
                      </c:pt>
                      <c:pt idx="553">
                        <c:v>0</c:v>
                      </c:pt>
                      <c:pt idx="554">
                        <c:v>0</c:v>
                      </c:pt>
                      <c:pt idx="555">
                        <c:v>0</c:v>
                      </c:pt>
                      <c:pt idx="556">
                        <c:v>0</c:v>
                      </c:pt>
                      <c:pt idx="557">
                        <c:v>0</c:v>
                      </c:pt>
                      <c:pt idx="558">
                        <c:v>0</c:v>
                      </c:pt>
                      <c:pt idx="559">
                        <c:v>0</c:v>
                      </c:pt>
                      <c:pt idx="560">
                        <c:v>0</c:v>
                      </c:pt>
                      <c:pt idx="561">
                        <c:v>0</c:v>
                      </c:pt>
                      <c:pt idx="562">
                        <c:v>0</c:v>
                      </c:pt>
                      <c:pt idx="563">
                        <c:v>0</c:v>
                      </c:pt>
                      <c:pt idx="564">
                        <c:v>0</c:v>
                      </c:pt>
                      <c:pt idx="565">
                        <c:v>0</c:v>
                      </c:pt>
                      <c:pt idx="566">
                        <c:v>0</c:v>
                      </c:pt>
                      <c:pt idx="567">
                        <c:v>0</c:v>
                      </c:pt>
                      <c:pt idx="568">
                        <c:v>0</c:v>
                      </c:pt>
                      <c:pt idx="569">
                        <c:v>0</c:v>
                      </c:pt>
                      <c:pt idx="570">
                        <c:v>0</c:v>
                      </c:pt>
                      <c:pt idx="571">
                        <c:v>0</c:v>
                      </c:pt>
                      <c:pt idx="572">
                        <c:v>0</c:v>
                      </c:pt>
                      <c:pt idx="573">
                        <c:v>0</c:v>
                      </c:pt>
                      <c:pt idx="574">
                        <c:v>0</c:v>
                      </c:pt>
                      <c:pt idx="575">
                        <c:v>0</c:v>
                      </c:pt>
                      <c:pt idx="576">
                        <c:v>0</c:v>
                      </c:pt>
                      <c:pt idx="577">
                        <c:v>0</c:v>
                      </c:pt>
                      <c:pt idx="578">
                        <c:v>0</c:v>
                      </c:pt>
                      <c:pt idx="579">
                        <c:v>0</c:v>
                      </c:pt>
                      <c:pt idx="580">
                        <c:v>0</c:v>
                      </c:pt>
                      <c:pt idx="581">
                        <c:v>0</c:v>
                      </c:pt>
                      <c:pt idx="582">
                        <c:v>0</c:v>
                      </c:pt>
                      <c:pt idx="583">
                        <c:v>0</c:v>
                      </c:pt>
                      <c:pt idx="584">
                        <c:v>0</c:v>
                      </c:pt>
                      <c:pt idx="585">
                        <c:v>0</c:v>
                      </c:pt>
                      <c:pt idx="586">
                        <c:v>0</c:v>
                      </c:pt>
                      <c:pt idx="587">
                        <c:v>0</c:v>
                      </c:pt>
                      <c:pt idx="588">
                        <c:v>0</c:v>
                      </c:pt>
                      <c:pt idx="589">
                        <c:v>0</c:v>
                      </c:pt>
                      <c:pt idx="590">
                        <c:v>0</c:v>
                      </c:pt>
                      <c:pt idx="591">
                        <c:v>0</c:v>
                      </c:pt>
                      <c:pt idx="592">
                        <c:v>0</c:v>
                      </c:pt>
                      <c:pt idx="593">
                        <c:v>0</c:v>
                      </c:pt>
                      <c:pt idx="594">
                        <c:v>0</c:v>
                      </c:pt>
                      <c:pt idx="595">
                        <c:v>0</c:v>
                      </c:pt>
                      <c:pt idx="596">
                        <c:v>0</c:v>
                      </c:pt>
                      <c:pt idx="597">
                        <c:v>0</c:v>
                      </c:pt>
                      <c:pt idx="598">
                        <c:v>0</c:v>
                      </c:pt>
                      <c:pt idx="599">
                        <c:v>0</c:v>
                      </c:pt>
                      <c:pt idx="600">
                        <c:v>0</c:v>
                      </c:pt>
                      <c:pt idx="601">
                        <c:v>0</c:v>
                      </c:pt>
                      <c:pt idx="602">
                        <c:v>0</c:v>
                      </c:pt>
                      <c:pt idx="603">
                        <c:v>0</c:v>
                      </c:pt>
                      <c:pt idx="604">
                        <c:v>0</c:v>
                      </c:pt>
                      <c:pt idx="605">
                        <c:v>0</c:v>
                      </c:pt>
                      <c:pt idx="606">
                        <c:v>0</c:v>
                      </c:pt>
                      <c:pt idx="607">
                        <c:v>0</c:v>
                      </c:pt>
                      <c:pt idx="608">
                        <c:v>0</c:v>
                      </c:pt>
                      <c:pt idx="609">
                        <c:v>0</c:v>
                      </c:pt>
                      <c:pt idx="610">
                        <c:v>0</c:v>
                      </c:pt>
                      <c:pt idx="611">
                        <c:v>0</c:v>
                      </c:pt>
                      <c:pt idx="612">
                        <c:v>0</c:v>
                      </c:pt>
                      <c:pt idx="613">
                        <c:v>0</c:v>
                      </c:pt>
                      <c:pt idx="614">
                        <c:v>0</c:v>
                      </c:pt>
                      <c:pt idx="615">
                        <c:v>0</c:v>
                      </c:pt>
                      <c:pt idx="616">
                        <c:v>0</c:v>
                      </c:pt>
                      <c:pt idx="617">
                        <c:v>0</c:v>
                      </c:pt>
                      <c:pt idx="618">
                        <c:v>0</c:v>
                      </c:pt>
                      <c:pt idx="619">
                        <c:v>0</c:v>
                      </c:pt>
                      <c:pt idx="620">
                        <c:v>0</c:v>
                      </c:pt>
                      <c:pt idx="621">
                        <c:v>0</c:v>
                      </c:pt>
                      <c:pt idx="622">
                        <c:v>0</c:v>
                      </c:pt>
                      <c:pt idx="623">
                        <c:v>0</c:v>
                      </c:pt>
                      <c:pt idx="624">
                        <c:v>0</c:v>
                      </c:pt>
                      <c:pt idx="625">
                        <c:v>0</c:v>
                      </c:pt>
                      <c:pt idx="626">
                        <c:v>0</c:v>
                      </c:pt>
                      <c:pt idx="627">
                        <c:v>0</c:v>
                      </c:pt>
                      <c:pt idx="628">
                        <c:v>0</c:v>
                      </c:pt>
                      <c:pt idx="629">
                        <c:v>0</c:v>
                      </c:pt>
                      <c:pt idx="630">
                        <c:v>0</c:v>
                      </c:pt>
                      <c:pt idx="631">
                        <c:v>0</c:v>
                      </c:pt>
                      <c:pt idx="632">
                        <c:v>0</c:v>
                      </c:pt>
                      <c:pt idx="633">
                        <c:v>0</c:v>
                      </c:pt>
                      <c:pt idx="634">
                        <c:v>0</c:v>
                      </c:pt>
                      <c:pt idx="635">
                        <c:v>0</c:v>
                      </c:pt>
                      <c:pt idx="636">
                        <c:v>0</c:v>
                      </c:pt>
                      <c:pt idx="637">
                        <c:v>0</c:v>
                      </c:pt>
                      <c:pt idx="638">
                        <c:v>0</c:v>
                      </c:pt>
                      <c:pt idx="639">
                        <c:v>0</c:v>
                      </c:pt>
                      <c:pt idx="640">
                        <c:v>0</c:v>
                      </c:pt>
                      <c:pt idx="641">
                        <c:v>0</c:v>
                      </c:pt>
                      <c:pt idx="642">
                        <c:v>0</c:v>
                      </c:pt>
                      <c:pt idx="643">
                        <c:v>0</c:v>
                      </c:pt>
                      <c:pt idx="644">
                        <c:v>0</c:v>
                      </c:pt>
                      <c:pt idx="645">
                        <c:v>0</c:v>
                      </c:pt>
                      <c:pt idx="646">
                        <c:v>0</c:v>
                      </c:pt>
                      <c:pt idx="647">
                        <c:v>0</c:v>
                      </c:pt>
                      <c:pt idx="648">
                        <c:v>0</c:v>
                      </c:pt>
                      <c:pt idx="649">
                        <c:v>0</c:v>
                      </c:pt>
                      <c:pt idx="650">
                        <c:v>0</c:v>
                      </c:pt>
                      <c:pt idx="651">
                        <c:v>0</c:v>
                      </c:pt>
                      <c:pt idx="652">
                        <c:v>0</c:v>
                      </c:pt>
                      <c:pt idx="653">
                        <c:v>0</c:v>
                      </c:pt>
                      <c:pt idx="654">
                        <c:v>0</c:v>
                      </c:pt>
                      <c:pt idx="655">
                        <c:v>0</c:v>
                      </c:pt>
                      <c:pt idx="656">
                        <c:v>0</c:v>
                      </c:pt>
                      <c:pt idx="657">
                        <c:v>0</c:v>
                      </c:pt>
                      <c:pt idx="658">
                        <c:v>0</c:v>
                      </c:pt>
                      <c:pt idx="659">
                        <c:v>0</c:v>
                      </c:pt>
                      <c:pt idx="660">
                        <c:v>0</c:v>
                      </c:pt>
                      <c:pt idx="661">
                        <c:v>0</c:v>
                      </c:pt>
                      <c:pt idx="662">
                        <c:v>0</c:v>
                      </c:pt>
                      <c:pt idx="663">
                        <c:v>0</c:v>
                      </c:pt>
                      <c:pt idx="664">
                        <c:v>0</c:v>
                      </c:pt>
                      <c:pt idx="665">
                        <c:v>0</c:v>
                      </c:pt>
                      <c:pt idx="666">
                        <c:v>0</c:v>
                      </c:pt>
                      <c:pt idx="667">
                        <c:v>0</c:v>
                      </c:pt>
                      <c:pt idx="668">
                        <c:v>0</c:v>
                      </c:pt>
                      <c:pt idx="669">
                        <c:v>0</c:v>
                      </c:pt>
                      <c:pt idx="670">
                        <c:v>0</c:v>
                      </c:pt>
                      <c:pt idx="671">
                        <c:v>0</c:v>
                      </c:pt>
                      <c:pt idx="672">
                        <c:v>0</c:v>
                      </c:pt>
                      <c:pt idx="673">
                        <c:v>0</c:v>
                      </c:pt>
                      <c:pt idx="674">
                        <c:v>0</c:v>
                      </c:pt>
                      <c:pt idx="675">
                        <c:v>0</c:v>
                      </c:pt>
                      <c:pt idx="676">
                        <c:v>0</c:v>
                      </c:pt>
                      <c:pt idx="677">
                        <c:v>0</c:v>
                      </c:pt>
                      <c:pt idx="678">
                        <c:v>0</c:v>
                      </c:pt>
                      <c:pt idx="679">
                        <c:v>0</c:v>
                      </c:pt>
                      <c:pt idx="680">
                        <c:v>0</c:v>
                      </c:pt>
                      <c:pt idx="681">
                        <c:v>0</c:v>
                      </c:pt>
                      <c:pt idx="682">
                        <c:v>0</c:v>
                      </c:pt>
                      <c:pt idx="683">
                        <c:v>0</c:v>
                      </c:pt>
                      <c:pt idx="684">
                        <c:v>0</c:v>
                      </c:pt>
                      <c:pt idx="685">
                        <c:v>0</c:v>
                      </c:pt>
                      <c:pt idx="686">
                        <c:v>0</c:v>
                      </c:pt>
                      <c:pt idx="687">
                        <c:v>0</c:v>
                      </c:pt>
                      <c:pt idx="688">
                        <c:v>0</c:v>
                      </c:pt>
                      <c:pt idx="689">
                        <c:v>0</c:v>
                      </c:pt>
                      <c:pt idx="690">
                        <c:v>0</c:v>
                      </c:pt>
                      <c:pt idx="691">
                        <c:v>0</c:v>
                      </c:pt>
                      <c:pt idx="692">
                        <c:v>0</c:v>
                      </c:pt>
                      <c:pt idx="693">
                        <c:v>0</c:v>
                      </c:pt>
                      <c:pt idx="694">
                        <c:v>0</c:v>
                      </c:pt>
                      <c:pt idx="695">
                        <c:v>0</c:v>
                      </c:pt>
                      <c:pt idx="696">
                        <c:v>0</c:v>
                      </c:pt>
                      <c:pt idx="697">
                        <c:v>0</c:v>
                      </c:pt>
                      <c:pt idx="698">
                        <c:v>0</c:v>
                      </c:pt>
                      <c:pt idx="699">
                        <c:v>0</c:v>
                      </c:pt>
                      <c:pt idx="700">
                        <c:v>0</c:v>
                      </c:pt>
                      <c:pt idx="701">
                        <c:v>0</c:v>
                      </c:pt>
                      <c:pt idx="702">
                        <c:v>0</c:v>
                      </c:pt>
                      <c:pt idx="703">
                        <c:v>0</c:v>
                      </c:pt>
                      <c:pt idx="704">
                        <c:v>0</c:v>
                      </c:pt>
                      <c:pt idx="705">
                        <c:v>0</c:v>
                      </c:pt>
                      <c:pt idx="706">
                        <c:v>0</c:v>
                      </c:pt>
                      <c:pt idx="707">
                        <c:v>0</c:v>
                      </c:pt>
                      <c:pt idx="708">
                        <c:v>0</c:v>
                      </c:pt>
                      <c:pt idx="709">
                        <c:v>0</c:v>
                      </c:pt>
                      <c:pt idx="710">
                        <c:v>0</c:v>
                      </c:pt>
                      <c:pt idx="711">
                        <c:v>0</c:v>
                      </c:pt>
                      <c:pt idx="712">
                        <c:v>0</c:v>
                      </c:pt>
                      <c:pt idx="713">
                        <c:v>0</c:v>
                      </c:pt>
                      <c:pt idx="714">
                        <c:v>0</c:v>
                      </c:pt>
                      <c:pt idx="715">
                        <c:v>0</c:v>
                      </c:pt>
                      <c:pt idx="716">
                        <c:v>0</c:v>
                      </c:pt>
                      <c:pt idx="717">
                        <c:v>0</c:v>
                      </c:pt>
                      <c:pt idx="718">
                        <c:v>0</c:v>
                      </c:pt>
                      <c:pt idx="719">
                        <c:v>0</c:v>
                      </c:pt>
                      <c:pt idx="720">
                        <c:v>0</c:v>
                      </c:pt>
                      <c:pt idx="721">
                        <c:v>0</c:v>
                      </c:pt>
                      <c:pt idx="722">
                        <c:v>0</c:v>
                      </c:pt>
                      <c:pt idx="723">
                        <c:v>0</c:v>
                      </c:pt>
                      <c:pt idx="724">
                        <c:v>0</c:v>
                      </c:pt>
                      <c:pt idx="725">
                        <c:v>0</c:v>
                      </c:pt>
                      <c:pt idx="726">
                        <c:v>0</c:v>
                      </c:pt>
                      <c:pt idx="727">
                        <c:v>0</c:v>
                      </c:pt>
                      <c:pt idx="728">
                        <c:v>0</c:v>
                      </c:pt>
                      <c:pt idx="729">
                        <c:v>0</c:v>
                      </c:pt>
                      <c:pt idx="730">
                        <c:v>0</c:v>
                      </c:pt>
                      <c:pt idx="731">
                        <c:v>0</c:v>
                      </c:pt>
                      <c:pt idx="732">
                        <c:v>0</c:v>
                      </c:pt>
                      <c:pt idx="733">
                        <c:v>0</c:v>
                      </c:pt>
                      <c:pt idx="734">
                        <c:v>0</c:v>
                      </c:pt>
                      <c:pt idx="735">
                        <c:v>0</c:v>
                      </c:pt>
                      <c:pt idx="736">
                        <c:v>0</c:v>
                      </c:pt>
                      <c:pt idx="737">
                        <c:v>0</c:v>
                      </c:pt>
                      <c:pt idx="738">
                        <c:v>0</c:v>
                      </c:pt>
                      <c:pt idx="739">
                        <c:v>0</c:v>
                      </c:pt>
                      <c:pt idx="740">
                        <c:v>0</c:v>
                      </c:pt>
                      <c:pt idx="741">
                        <c:v>0</c:v>
                      </c:pt>
                      <c:pt idx="742">
                        <c:v>0</c:v>
                      </c:pt>
                      <c:pt idx="743">
                        <c:v>0</c:v>
                      </c:pt>
                      <c:pt idx="744">
                        <c:v>0</c:v>
                      </c:pt>
                      <c:pt idx="745">
                        <c:v>0</c:v>
                      </c:pt>
                      <c:pt idx="746">
                        <c:v>0</c:v>
                      </c:pt>
                      <c:pt idx="747">
                        <c:v>0</c:v>
                      </c:pt>
                      <c:pt idx="748">
                        <c:v>0</c:v>
                      </c:pt>
                      <c:pt idx="749">
                        <c:v>0</c:v>
                      </c:pt>
                      <c:pt idx="750">
                        <c:v>0</c:v>
                      </c:pt>
                      <c:pt idx="751">
                        <c:v>0</c:v>
                      </c:pt>
                      <c:pt idx="752">
                        <c:v>0</c:v>
                      </c:pt>
                      <c:pt idx="753">
                        <c:v>0</c:v>
                      </c:pt>
                      <c:pt idx="754">
                        <c:v>0</c:v>
                      </c:pt>
                      <c:pt idx="755">
                        <c:v>0</c:v>
                      </c:pt>
                      <c:pt idx="756">
                        <c:v>0</c:v>
                      </c:pt>
                      <c:pt idx="757">
                        <c:v>0</c:v>
                      </c:pt>
                      <c:pt idx="758">
                        <c:v>0</c:v>
                      </c:pt>
                      <c:pt idx="759">
                        <c:v>0</c:v>
                      </c:pt>
                      <c:pt idx="760">
                        <c:v>0</c:v>
                      </c:pt>
                      <c:pt idx="761">
                        <c:v>0</c:v>
                      </c:pt>
                      <c:pt idx="762">
                        <c:v>0</c:v>
                      </c:pt>
                      <c:pt idx="763">
                        <c:v>0</c:v>
                      </c:pt>
                      <c:pt idx="764">
                        <c:v>0</c:v>
                      </c:pt>
                      <c:pt idx="765">
                        <c:v>0</c:v>
                      </c:pt>
                      <c:pt idx="766">
                        <c:v>0</c:v>
                      </c:pt>
                      <c:pt idx="767">
                        <c:v>0</c:v>
                      </c:pt>
                      <c:pt idx="768">
                        <c:v>0</c:v>
                      </c:pt>
                      <c:pt idx="769">
                        <c:v>0</c:v>
                      </c:pt>
                      <c:pt idx="770">
                        <c:v>0</c:v>
                      </c:pt>
                      <c:pt idx="771">
                        <c:v>0</c:v>
                      </c:pt>
                      <c:pt idx="772">
                        <c:v>0</c:v>
                      </c:pt>
                      <c:pt idx="773">
                        <c:v>0</c:v>
                      </c:pt>
                      <c:pt idx="774">
                        <c:v>0</c:v>
                      </c:pt>
                      <c:pt idx="775">
                        <c:v>0</c:v>
                      </c:pt>
                      <c:pt idx="776">
                        <c:v>0</c:v>
                      </c:pt>
                      <c:pt idx="777">
                        <c:v>0</c:v>
                      </c:pt>
                      <c:pt idx="778">
                        <c:v>0</c:v>
                      </c:pt>
                      <c:pt idx="779">
                        <c:v>0</c:v>
                      </c:pt>
                      <c:pt idx="780">
                        <c:v>0</c:v>
                      </c:pt>
                      <c:pt idx="781">
                        <c:v>0</c:v>
                      </c:pt>
                      <c:pt idx="782">
                        <c:v>0</c:v>
                      </c:pt>
                      <c:pt idx="783">
                        <c:v>0</c:v>
                      </c:pt>
                      <c:pt idx="784">
                        <c:v>0</c:v>
                      </c:pt>
                      <c:pt idx="785">
                        <c:v>0</c:v>
                      </c:pt>
                      <c:pt idx="786">
                        <c:v>0</c:v>
                      </c:pt>
                      <c:pt idx="787">
                        <c:v>0</c:v>
                      </c:pt>
                      <c:pt idx="788">
                        <c:v>0</c:v>
                      </c:pt>
                      <c:pt idx="789">
                        <c:v>0</c:v>
                      </c:pt>
                      <c:pt idx="790">
                        <c:v>0</c:v>
                      </c:pt>
                      <c:pt idx="791">
                        <c:v>0</c:v>
                      </c:pt>
                      <c:pt idx="792">
                        <c:v>0</c:v>
                      </c:pt>
                      <c:pt idx="793">
                        <c:v>0</c:v>
                      </c:pt>
                      <c:pt idx="794">
                        <c:v>0</c:v>
                      </c:pt>
                      <c:pt idx="795">
                        <c:v>0</c:v>
                      </c:pt>
                      <c:pt idx="796">
                        <c:v>0</c:v>
                      </c:pt>
                      <c:pt idx="797">
                        <c:v>0</c:v>
                      </c:pt>
                      <c:pt idx="798">
                        <c:v>0</c:v>
                      </c:pt>
                      <c:pt idx="799">
                        <c:v>0</c:v>
                      </c:pt>
                      <c:pt idx="800">
                        <c:v>0</c:v>
                      </c:pt>
                      <c:pt idx="801">
                        <c:v>0</c:v>
                      </c:pt>
                      <c:pt idx="802">
                        <c:v>0</c:v>
                      </c:pt>
                      <c:pt idx="803">
                        <c:v>0</c:v>
                      </c:pt>
                      <c:pt idx="804">
                        <c:v>0</c:v>
                      </c:pt>
                      <c:pt idx="805">
                        <c:v>0</c:v>
                      </c:pt>
                      <c:pt idx="806">
                        <c:v>0</c:v>
                      </c:pt>
                      <c:pt idx="807">
                        <c:v>0</c:v>
                      </c:pt>
                      <c:pt idx="808">
                        <c:v>0</c:v>
                      </c:pt>
                      <c:pt idx="809">
                        <c:v>0</c:v>
                      </c:pt>
                      <c:pt idx="810">
                        <c:v>0</c:v>
                      </c:pt>
                      <c:pt idx="811">
                        <c:v>0</c:v>
                      </c:pt>
                      <c:pt idx="812">
                        <c:v>0</c:v>
                      </c:pt>
                      <c:pt idx="813">
                        <c:v>0</c:v>
                      </c:pt>
                      <c:pt idx="814">
                        <c:v>0</c:v>
                      </c:pt>
                      <c:pt idx="815">
                        <c:v>0</c:v>
                      </c:pt>
                      <c:pt idx="816">
                        <c:v>0</c:v>
                      </c:pt>
                      <c:pt idx="817">
                        <c:v>0</c:v>
                      </c:pt>
                      <c:pt idx="818">
                        <c:v>0</c:v>
                      </c:pt>
                      <c:pt idx="819">
                        <c:v>0</c:v>
                      </c:pt>
                      <c:pt idx="820">
                        <c:v>0</c:v>
                      </c:pt>
                      <c:pt idx="821">
                        <c:v>0</c:v>
                      </c:pt>
                      <c:pt idx="822">
                        <c:v>0</c:v>
                      </c:pt>
                      <c:pt idx="823">
                        <c:v>0</c:v>
                      </c:pt>
                      <c:pt idx="824">
                        <c:v>0</c:v>
                      </c:pt>
                      <c:pt idx="825">
                        <c:v>0</c:v>
                      </c:pt>
                      <c:pt idx="826">
                        <c:v>0</c:v>
                      </c:pt>
                      <c:pt idx="827">
                        <c:v>0</c:v>
                      </c:pt>
                      <c:pt idx="828">
                        <c:v>0</c:v>
                      </c:pt>
                      <c:pt idx="829">
                        <c:v>0</c:v>
                      </c:pt>
                      <c:pt idx="830">
                        <c:v>0</c:v>
                      </c:pt>
                      <c:pt idx="831">
                        <c:v>0</c:v>
                      </c:pt>
                      <c:pt idx="832">
                        <c:v>0</c:v>
                      </c:pt>
                      <c:pt idx="833">
                        <c:v>0</c:v>
                      </c:pt>
                      <c:pt idx="834">
                        <c:v>0</c:v>
                      </c:pt>
                      <c:pt idx="835">
                        <c:v>0</c:v>
                      </c:pt>
                      <c:pt idx="836">
                        <c:v>0</c:v>
                      </c:pt>
                      <c:pt idx="837">
                        <c:v>0</c:v>
                      </c:pt>
                      <c:pt idx="838">
                        <c:v>0</c:v>
                      </c:pt>
                      <c:pt idx="839">
                        <c:v>0</c:v>
                      </c:pt>
                      <c:pt idx="840">
                        <c:v>0</c:v>
                      </c:pt>
                      <c:pt idx="841">
                        <c:v>0</c:v>
                      </c:pt>
                      <c:pt idx="842">
                        <c:v>0</c:v>
                      </c:pt>
                      <c:pt idx="843">
                        <c:v>0</c:v>
                      </c:pt>
                      <c:pt idx="844">
                        <c:v>0</c:v>
                      </c:pt>
                      <c:pt idx="845">
                        <c:v>0</c:v>
                      </c:pt>
                      <c:pt idx="846">
                        <c:v>0</c:v>
                      </c:pt>
                      <c:pt idx="847">
                        <c:v>0</c:v>
                      </c:pt>
                      <c:pt idx="848">
                        <c:v>0</c:v>
                      </c:pt>
                      <c:pt idx="849">
                        <c:v>0</c:v>
                      </c:pt>
                      <c:pt idx="850">
                        <c:v>0</c:v>
                      </c:pt>
                      <c:pt idx="851">
                        <c:v>0</c:v>
                      </c:pt>
                      <c:pt idx="852">
                        <c:v>0</c:v>
                      </c:pt>
                      <c:pt idx="853">
                        <c:v>0</c:v>
                      </c:pt>
                      <c:pt idx="854">
                        <c:v>0</c:v>
                      </c:pt>
                      <c:pt idx="855">
                        <c:v>0</c:v>
                      </c:pt>
                      <c:pt idx="856">
                        <c:v>0</c:v>
                      </c:pt>
                      <c:pt idx="857">
                        <c:v>0</c:v>
                      </c:pt>
                      <c:pt idx="858">
                        <c:v>0</c:v>
                      </c:pt>
                      <c:pt idx="859">
                        <c:v>0</c:v>
                      </c:pt>
                      <c:pt idx="860">
                        <c:v>0</c:v>
                      </c:pt>
                      <c:pt idx="861">
                        <c:v>0</c:v>
                      </c:pt>
                      <c:pt idx="862">
                        <c:v>0</c:v>
                      </c:pt>
                      <c:pt idx="863">
                        <c:v>0</c:v>
                      </c:pt>
                      <c:pt idx="864">
                        <c:v>0</c:v>
                      </c:pt>
                      <c:pt idx="865">
                        <c:v>0</c:v>
                      </c:pt>
                      <c:pt idx="866">
                        <c:v>0</c:v>
                      </c:pt>
                      <c:pt idx="867">
                        <c:v>0</c:v>
                      </c:pt>
                      <c:pt idx="868">
                        <c:v>0</c:v>
                      </c:pt>
                      <c:pt idx="869">
                        <c:v>0</c:v>
                      </c:pt>
                      <c:pt idx="870">
                        <c:v>0</c:v>
                      </c:pt>
                      <c:pt idx="871">
                        <c:v>0</c:v>
                      </c:pt>
                      <c:pt idx="872">
                        <c:v>0</c:v>
                      </c:pt>
                      <c:pt idx="873">
                        <c:v>0</c:v>
                      </c:pt>
                      <c:pt idx="874">
                        <c:v>0</c:v>
                      </c:pt>
                      <c:pt idx="875">
                        <c:v>0</c:v>
                      </c:pt>
                      <c:pt idx="876">
                        <c:v>0</c:v>
                      </c:pt>
                      <c:pt idx="877">
                        <c:v>0</c:v>
                      </c:pt>
                      <c:pt idx="878">
                        <c:v>0</c:v>
                      </c:pt>
                      <c:pt idx="879">
                        <c:v>0</c:v>
                      </c:pt>
                      <c:pt idx="880">
                        <c:v>0</c:v>
                      </c:pt>
                      <c:pt idx="881">
                        <c:v>0</c:v>
                      </c:pt>
                      <c:pt idx="882">
                        <c:v>0</c:v>
                      </c:pt>
                      <c:pt idx="883">
                        <c:v>0</c:v>
                      </c:pt>
                      <c:pt idx="884">
                        <c:v>0</c:v>
                      </c:pt>
                      <c:pt idx="885">
                        <c:v>0</c:v>
                      </c:pt>
                      <c:pt idx="886">
                        <c:v>0</c:v>
                      </c:pt>
                      <c:pt idx="887">
                        <c:v>0</c:v>
                      </c:pt>
                      <c:pt idx="888">
                        <c:v>0</c:v>
                      </c:pt>
                      <c:pt idx="889">
                        <c:v>0</c:v>
                      </c:pt>
                      <c:pt idx="890">
                        <c:v>0</c:v>
                      </c:pt>
                      <c:pt idx="891">
                        <c:v>0</c:v>
                      </c:pt>
                      <c:pt idx="892">
                        <c:v>0</c:v>
                      </c:pt>
                      <c:pt idx="893">
                        <c:v>0</c:v>
                      </c:pt>
                      <c:pt idx="894">
                        <c:v>0</c:v>
                      </c:pt>
                      <c:pt idx="895">
                        <c:v>0</c:v>
                      </c:pt>
                      <c:pt idx="896">
                        <c:v>0</c:v>
                      </c:pt>
                      <c:pt idx="897">
                        <c:v>0</c:v>
                      </c:pt>
                      <c:pt idx="898">
                        <c:v>0</c:v>
                      </c:pt>
                      <c:pt idx="899">
                        <c:v>0</c:v>
                      </c:pt>
                      <c:pt idx="900">
                        <c:v>0</c:v>
                      </c:pt>
                      <c:pt idx="901">
                        <c:v>0</c:v>
                      </c:pt>
                      <c:pt idx="902">
                        <c:v>0</c:v>
                      </c:pt>
                      <c:pt idx="903">
                        <c:v>0</c:v>
                      </c:pt>
                      <c:pt idx="904">
                        <c:v>0</c:v>
                      </c:pt>
                      <c:pt idx="905">
                        <c:v>0</c:v>
                      </c:pt>
                      <c:pt idx="906">
                        <c:v>0</c:v>
                      </c:pt>
                      <c:pt idx="907">
                        <c:v>0</c:v>
                      </c:pt>
                      <c:pt idx="908">
                        <c:v>0</c:v>
                      </c:pt>
                      <c:pt idx="909">
                        <c:v>0</c:v>
                      </c:pt>
                      <c:pt idx="910">
                        <c:v>0</c:v>
                      </c:pt>
                      <c:pt idx="911">
                        <c:v>0</c:v>
                      </c:pt>
                      <c:pt idx="912">
                        <c:v>0</c:v>
                      </c:pt>
                      <c:pt idx="913">
                        <c:v>0</c:v>
                      </c:pt>
                      <c:pt idx="914">
                        <c:v>0</c:v>
                      </c:pt>
                      <c:pt idx="915">
                        <c:v>0</c:v>
                      </c:pt>
                      <c:pt idx="916">
                        <c:v>0</c:v>
                      </c:pt>
                      <c:pt idx="917">
                        <c:v>0</c:v>
                      </c:pt>
                      <c:pt idx="918">
                        <c:v>0</c:v>
                      </c:pt>
                      <c:pt idx="919">
                        <c:v>0</c:v>
                      </c:pt>
                      <c:pt idx="920">
                        <c:v>0</c:v>
                      </c:pt>
                      <c:pt idx="921">
                        <c:v>0</c:v>
                      </c:pt>
                      <c:pt idx="922">
                        <c:v>0</c:v>
                      </c:pt>
                      <c:pt idx="923">
                        <c:v>0</c:v>
                      </c:pt>
                      <c:pt idx="924">
                        <c:v>0</c:v>
                      </c:pt>
                      <c:pt idx="925">
                        <c:v>0</c:v>
                      </c:pt>
                      <c:pt idx="926">
                        <c:v>0</c:v>
                      </c:pt>
                      <c:pt idx="927">
                        <c:v>0</c:v>
                      </c:pt>
                      <c:pt idx="928">
                        <c:v>0</c:v>
                      </c:pt>
                      <c:pt idx="929">
                        <c:v>0</c:v>
                      </c:pt>
                      <c:pt idx="930">
                        <c:v>0</c:v>
                      </c:pt>
                      <c:pt idx="931">
                        <c:v>0</c:v>
                      </c:pt>
                      <c:pt idx="932">
                        <c:v>0</c:v>
                      </c:pt>
                      <c:pt idx="933">
                        <c:v>0</c:v>
                      </c:pt>
                      <c:pt idx="934">
                        <c:v>0</c:v>
                      </c:pt>
                      <c:pt idx="935">
                        <c:v>0</c:v>
                      </c:pt>
                      <c:pt idx="936">
                        <c:v>0</c:v>
                      </c:pt>
                      <c:pt idx="937">
                        <c:v>0</c:v>
                      </c:pt>
                      <c:pt idx="938">
                        <c:v>0</c:v>
                      </c:pt>
                      <c:pt idx="939">
                        <c:v>0</c:v>
                      </c:pt>
                      <c:pt idx="940">
                        <c:v>0</c:v>
                      </c:pt>
                      <c:pt idx="941">
                        <c:v>0</c:v>
                      </c:pt>
                      <c:pt idx="942">
                        <c:v>0</c:v>
                      </c:pt>
                      <c:pt idx="943">
                        <c:v>0</c:v>
                      </c:pt>
                      <c:pt idx="944">
                        <c:v>0</c:v>
                      </c:pt>
                      <c:pt idx="945">
                        <c:v>0</c:v>
                      </c:pt>
                      <c:pt idx="946">
                        <c:v>0</c:v>
                      </c:pt>
                      <c:pt idx="947">
                        <c:v>0</c:v>
                      </c:pt>
                      <c:pt idx="948">
                        <c:v>0</c:v>
                      </c:pt>
                      <c:pt idx="949">
                        <c:v>0</c:v>
                      </c:pt>
                      <c:pt idx="950">
                        <c:v>0</c:v>
                      </c:pt>
                      <c:pt idx="951">
                        <c:v>0</c:v>
                      </c:pt>
                      <c:pt idx="952">
                        <c:v>0</c:v>
                      </c:pt>
                      <c:pt idx="953">
                        <c:v>0</c:v>
                      </c:pt>
                      <c:pt idx="954">
                        <c:v>0</c:v>
                      </c:pt>
                      <c:pt idx="955">
                        <c:v>0</c:v>
                      </c:pt>
                      <c:pt idx="956">
                        <c:v>0</c:v>
                      </c:pt>
                      <c:pt idx="957">
                        <c:v>0</c:v>
                      </c:pt>
                      <c:pt idx="958">
                        <c:v>0</c:v>
                      </c:pt>
                      <c:pt idx="959">
                        <c:v>0</c:v>
                      </c:pt>
                      <c:pt idx="960">
                        <c:v>0</c:v>
                      </c:pt>
                      <c:pt idx="961">
                        <c:v>0</c:v>
                      </c:pt>
                      <c:pt idx="962">
                        <c:v>0</c:v>
                      </c:pt>
                      <c:pt idx="963">
                        <c:v>0</c:v>
                      </c:pt>
                      <c:pt idx="964">
                        <c:v>0</c:v>
                      </c:pt>
                      <c:pt idx="965">
                        <c:v>0</c:v>
                      </c:pt>
                      <c:pt idx="966">
                        <c:v>0</c:v>
                      </c:pt>
                      <c:pt idx="967">
                        <c:v>0</c:v>
                      </c:pt>
                      <c:pt idx="968">
                        <c:v>0</c:v>
                      </c:pt>
                      <c:pt idx="969">
                        <c:v>0</c:v>
                      </c:pt>
                      <c:pt idx="970">
                        <c:v>0</c:v>
                      </c:pt>
                      <c:pt idx="971">
                        <c:v>0</c:v>
                      </c:pt>
                      <c:pt idx="972">
                        <c:v>0</c:v>
                      </c:pt>
                      <c:pt idx="973">
                        <c:v>0</c:v>
                      </c:pt>
                      <c:pt idx="974">
                        <c:v>0</c:v>
                      </c:pt>
                      <c:pt idx="975">
                        <c:v>0</c:v>
                      </c:pt>
                      <c:pt idx="976">
                        <c:v>0</c:v>
                      </c:pt>
                      <c:pt idx="977">
                        <c:v>0</c:v>
                      </c:pt>
                      <c:pt idx="978">
                        <c:v>0</c:v>
                      </c:pt>
                      <c:pt idx="979">
                        <c:v>0</c:v>
                      </c:pt>
                      <c:pt idx="980">
                        <c:v>0</c:v>
                      </c:pt>
                      <c:pt idx="981">
                        <c:v>0</c:v>
                      </c:pt>
                      <c:pt idx="982">
                        <c:v>0</c:v>
                      </c:pt>
                      <c:pt idx="983">
                        <c:v>0</c:v>
                      </c:pt>
                      <c:pt idx="984">
                        <c:v>0</c:v>
                      </c:pt>
                      <c:pt idx="985">
                        <c:v>0</c:v>
                      </c:pt>
                      <c:pt idx="986">
                        <c:v>0</c:v>
                      </c:pt>
                      <c:pt idx="987">
                        <c:v>0</c:v>
                      </c:pt>
                      <c:pt idx="988">
                        <c:v>0</c:v>
                      </c:pt>
                      <c:pt idx="989">
                        <c:v>0</c:v>
                      </c:pt>
                      <c:pt idx="990">
                        <c:v>0</c:v>
                      </c:pt>
                      <c:pt idx="991">
                        <c:v>0</c:v>
                      </c:pt>
                      <c:pt idx="992">
                        <c:v>0</c:v>
                      </c:pt>
                      <c:pt idx="993">
                        <c:v>0</c:v>
                      </c:pt>
                      <c:pt idx="994">
                        <c:v>0</c:v>
                      </c:pt>
                      <c:pt idx="995">
                        <c:v>0</c:v>
                      </c:pt>
                      <c:pt idx="996">
                        <c:v>0</c:v>
                      </c:pt>
                      <c:pt idx="997">
                        <c:v>0</c:v>
                      </c:pt>
                      <c:pt idx="998">
                        <c:v>0</c:v>
                      </c:pt>
                      <c:pt idx="999">
                        <c:v>0</c:v>
                      </c:pt>
                      <c:pt idx="1000">
                        <c:v>0</c:v>
                      </c:pt>
                      <c:pt idx="1001">
                        <c:v>0</c:v>
                      </c:pt>
                      <c:pt idx="1002">
                        <c:v>0</c:v>
                      </c:pt>
                      <c:pt idx="1003">
                        <c:v>0</c:v>
                      </c:pt>
                      <c:pt idx="1004">
                        <c:v>0</c:v>
                      </c:pt>
                      <c:pt idx="1005">
                        <c:v>0</c:v>
                      </c:pt>
                      <c:pt idx="1006">
                        <c:v>0</c:v>
                      </c:pt>
                      <c:pt idx="1007">
                        <c:v>0</c:v>
                      </c:pt>
                      <c:pt idx="1008">
                        <c:v>0</c:v>
                      </c:pt>
                      <c:pt idx="1009">
                        <c:v>0</c:v>
                      </c:pt>
                      <c:pt idx="1010">
                        <c:v>0</c:v>
                      </c:pt>
                      <c:pt idx="1011">
                        <c:v>0</c:v>
                      </c:pt>
                      <c:pt idx="1012">
                        <c:v>0</c:v>
                      </c:pt>
                      <c:pt idx="1013">
                        <c:v>0</c:v>
                      </c:pt>
                      <c:pt idx="1014">
                        <c:v>0</c:v>
                      </c:pt>
                      <c:pt idx="1015">
                        <c:v>0</c:v>
                      </c:pt>
                      <c:pt idx="1016">
                        <c:v>0</c:v>
                      </c:pt>
                      <c:pt idx="1017">
                        <c:v>0</c:v>
                      </c:pt>
                      <c:pt idx="1018">
                        <c:v>0</c:v>
                      </c:pt>
                      <c:pt idx="1019">
                        <c:v>0</c:v>
                      </c:pt>
                      <c:pt idx="1020">
                        <c:v>0</c:v>
                      </c:pt>
                      <c:pt idx="1021">
                        <c:v>0</c:v>
                      </c:pt>
                      <c:pt idx="1022">
                        <c:v>0</c:v>
                      </c:pt>
                      <c:pt idx="1023">
                        <c:v>0</c:v>
                      </c:pt>
                      <c:pt idx="1024">
                        <c:v>0</c:v>
                      </c:pt>
                      <c:pt idx="1025">
                        <c:v>0</c:v>
                      </c:pt>
                      <c:pt idx="1026">
                        <c:v>0</c:v>
                      </c:pt>
                      <c:pt idx="1027">
                        <c:v>0</c:v>
                      </c:pt>
                      <c:pt idx="1028">
                        <c:v>0</c:v>
                      </c:pt>
                      <c:pt idx="1029">
                        <c:v>0</c:v>
                      </c:pt>
                      <c:pt idx="1030">
                        <c:v>0</c:v>
                      </c:pt>
                      <c:pt idx="1031">
                        <c:v>0</c:v>
                      </c:pt>
                      <c:pt idx="1032">
                        <c:v>0</c:v>
                      </c:pt>
                      <c:pt idx="1033">
                        <c:v>0</c:v>
                      </c:pt>
                      <c:pt idx="1034">
                        <c:v>0</c:v>
                      </c:pt>
                      <c:pt idx="1035">
                        <c:v>0</c:v>
                      </c:pt>
                      <c:pt idx="1036">
                        <c:v>0</c:v>
                      </c:pt>
                      <c:pt idx="1037">
                        <c:v>0</c:v>
                      </c:pt>
                      <c:pt idx="1038">
                        <c:v>0</c:v>
                      </c:pt>
                      <c:pt idx="1039">
                        <c:v>0</c:v>
                      </c:pt>
                      <c:pt idx="1040">
                        <c:v>0</c:v>
                      </c:pt>
                      <c:pt idx="1041">
                        <c:v>0</c:v>
                      </c:pt>
                      <c:pt idx="1042">
                        <c:v>0</c:v>
                      </c:pt>
                      <c:pt idx="1043">
                        <c:v>0</c:v>
                      </c:pt>
                      <c:pt idx="1044">
                        <c:v>0</c:v>
                      </c:pt>
                      <c:pt idx="1045">
                        <c:v>0</c:v>
                      </c:pt>
                      <c:pt idx="1046">
                        <c:v>0</c:v>
                      </c:pt>
                      <c:pt idx="1047">
                        <c:v>0</c:v>
                      </c:pt>
                      <c:pt idx="1048">
                        <c:v>0</c:v>
                      </c:pt>
                      <c:pt idx="1049">
                        <c:v>0</c:v>
                      </c:pt>
                      <c:pt idx="1050">
                        <c:v>0</c:v>
                      </c:pt>
                      <c:pt idx="1051">
                        <c:v>0</c:v>
                      </c:pt>
                      <c:pt idx="1052">
                        <c:v>0</c:v>
                      </c:pt>
                      <c:pt idx="1053">
                        <c:v>0</c:v>
                      </c:pt>
                      <c:pt idx="1054">
                        <c:v>0</c:v>
                      </c:pt>
                      <c:pt idx="1055">
                        <c:v>0</c:v>
                      </c:pt>
                      <c:pt idx="1056">
                        <c:v>0</c:v>
                      </c:pt>
                      <c:pt idx="1057">
                        <c:v>0</c:v>
                      </c:pt>
                      <c:pt idx="1058">
                        <c:v>0</c:v>
                      </c:pt>
                      <c:pt idx="1059">
                        <c:v>0</c:v>
                      </c:pt>
                      <c:pt idx="1060">
                        <c:v>0</c:v>
                      </c:pt>
                      <c:pt idx="1061">
                        <c:v>0</c:v>
                      </c:pt>
                      <c:pt idx="1062">
                        <c:v>0</c:v>
                      </c:pt>
                      <c:pt idx="1063">
                        <c:v>0</c:v>
                      </c:pt>
                      <c:pt idx="1064">
                        <c:v>0</c:v>
                      </c:pt>
                      <c:pt idx="1065">
                        <c:v>0</c:v>
                      </c:pt>
                      <c:pt idx="1066">
                        <c:v>0</c:v>
                      </c:pt>
                      <c:pt idx="1067">
                        <c:v>0</c:v>
                      </c:pt>
                      <c:pt idx="1068">
                        <c:v>0</c:v>
                      </c:pt>
                      <c:pt idx="1069">
                        <c:v>0</c:v>
                      </c:pt>
                      <c:pt idx="1070">
                        <c:v>0</c:v>
                      </c:pt>
                      <c:pt idx="1071">
                        <c:v>0</c:v>
                      </c:pt>
                      <c:pt idx="1072">
                        <c:v>0</c:v>
                      </c:pt>
                      <c:pt idx="1073">
                        <c:v>0</c:v>
                      </c:pt>
                      <c:pt idx="1074">
                        <c:v>0</c:v>
                      </c:pt>
                      <c:pt idx="1075">
                        <c:v>0</c:v>
                      </c:pt>
                      <c:pt idx="1076">
                        <c:v>0</c:v>
                      </c:pt>
                      <c:pt idx="1077">
                        <c:v>0</c:v>
                      </c:pt>
                      <c:pt idx="1078">
                        <c:v>0</c:v>
                      </c:pt>
                      <c:pt idx="1079">
                        <c:v>0</c:v>
                      </c:pt>
                      <c:pt idx="1080">
                        <c:v>0</c:v>
                      </c:pt>
                      <c:pt idx="1081">
                        <c:v>0</c:v>
                      </c:pt>
                      <c:pt idx="1082">
                        <c:v>0</c:v>
                      </c:pt>
                      <c:pt idx="1083">
                        <c:v>0</c:v>
                      </c:pt>
                      <c:pt idx="1084">
                        <c:v>0</c:v>
                      </c:pt>
                      <c:pt idx="1085">
                        <c:v>0</c:v>
                      </c:pt>
                      <c:pt idx="1086">
                        <c:v>0</c:v>
                      </c:pt>
                      <c:pt idx="1087">
                        <c:v>0</c:v>
                      </c:pt>
                      <c:pt idx="1088">
                        <c:v>0</c:v>
                      </c:pt>
                      <c:pt idx="1089">
                        <c:v>0</c:v>
                      </c:pt>
                      <c:pt idx="1090">
                        <c:v>0</c:v>
                      </c:pt>
                      <c:pt idx="1091">
                        <c:v>0</c:v>
                      </c:pt>
                      <c:pt idx="1092">
                        <c:v>0</c:v>
                      </c:pt>
                      <c:pt idx="1093">
                        <c:v>0</c:v>
                      </c:pt>
                      <c:pt idx="1094">
                        <c:v>0</c:v>
                      </c:pt>
                      <c:pt idx="1095">
                        <c:v>0</c:v>
                      </c:pt>
                      <c:pt idx="1096">
                        <c:v>0</c:v>
                      </c:pt>
                      <c:pt idx="1097">
                        <c:v>0</c:v>
                      </c:pt>
                      <c:pt idx="1098">
                        <c:v>0</c:v>
                      </c:pt>
                      <c:pt idx="1099">
                        <c:v>0</c:v>
                      </c:pt>
                      <c:pt idx="1100">
                        <c:v>0</c:v>
                      </c:pt>
                      <c:pt idx="1101">
                        <c:v>0</c:v>
                      </c:pt>
                      <c:pt idx="1102">
                        <c:v>0</c:v>
                      </c:pt>
                      <c:pt idx="1103">
                        <c:v>0</c:v>
                      </c:pt>
                      <c:pt idx="1104">
                        <c:v>0</c:v>
                      </c:pt>
                      <c:pt idx="1105">
                        <c:v>0</c:v>
                      </c:pt>
                      <c:pt idx="1106">
                        <c:v>0</c:v>
                      </c:pt>
                      <c:pt idx="1107">
                        <c:v>0</c:v>
                      </c:pt>
                      <c:pt idx="1108">
                        <c:v>0</c:v>
                      </c:pt>
                      <c:pt idx="1109">
                        <c:v>0</c:v>
                      </c:pt>
                      <c:pt idx="1110">
                        <c:v>0</c:v>
                      </c:pt>
                      <c:pt idx="1111">
                        <c:v>0</c:v>
                      </c:pt>
                      <c:pt idx="1112">
                        <c:v>0</c:v>
                      </c:pt>
                      <c:pt idx="1113">
                        <c:v>0</c:v>
                      </c:pt>
                      <c:pt idx="1114">
                        <c:v>0</c:v>
                      </c:pt>
                      <c:pt idx="1115">
                        <c:v>0</c:v>
                      </c:pt>
                      <c:pt idx="1116">
                        <c:v>0</c:v>
                      </c:pt>
                      <c:pt idx="1117">
                        <c:v>0</c:v>
                      </c:pt>
                      <c:pt idx="1118">
                        <c:v>0</c:v>
                      </c:pt>
                      <c:pt idx="1119">
                        <c:v>0</c:v>
                      </c:pt>
                      <c:pt idx="1120">
                        <c:v>0</c:v>
                      </c:pt>
                      <c:pt idx="1121">
                        <c:v>0</c:v>
                      </c:pt>
                      <c:pt idx="1122">
                        <c:v>0</c:v>
                      </c:pt>
                      <c:pt idx="1123">
                        <c:v>0</c:v>
                      </c:pt>
                      <c:pt idx="1124">
                        <c:v>0</c:v>
                      </c:pt>
                      <c:pt idx="1125">
                        <c:v>0</c:v>
                      </c:pt>
                      <c:pt idx="1126">
                        <c:v>0</c:v>
                      </c:pt>
                      <c:pt idx="1127">
                        <c:v>0</c:v>
                      </c:pt>
                      <c:pt idx="1128">
                        <c:v>0</c:v>
                      </c:pt>
                      <c:pt idx="1129">
                        <c:v>0</c:v>
                      </c:pt>
                      <c:pt idx="1130">
                        <c:v>0</c:v>
                      </c:pt>
                      <c:pt idx="1131">
                        <c:v>0</c:v>
                      </c:pt>
                      <c:pt idx="1132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1588-4589-9218-6028783348F7}"/>
                  </c:ext>
                </c:extLst>
              </c15:ser>
            </c15:filteredBarSeries>
          </c:ext>
        </c:extLst>
      </c:barChart>
      <c:catAx>
        <c:axId val="1576079423"/>
        <c:scaling>
          <c:orientation val="minMax"/>
        </c:scaling>
        <c:delete val="0"/>
        <c:axPos val="b"/>
        <c:numFmt formatCode="000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6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1576079903"/>
        <c:crosses val="autoZero"/>
        <c:auto val="1"/>
        <c:lblAlgn val="ctr"/>
        <c:lblOffset val="100"/>
        <c:noMultiLvlLbl val="0"/>
      </c:catAx>
      <c:valAx>
        <c:axId val="15760799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Number of COVID-19 positive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ja-JP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6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1576079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Sheet2!$C$3</c:f>
              <c:strCache>
                <c:ptCount val="1"/>
                <c:pt idx="0">
                  <c:v>Number of COVID-19 positive 1)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Sheet2!$B$4:$B$61</c:f>
              <c:strCache>
                <c:ptCount val="58"/>
                <c:pt idx="0">
                  <c:v>May 8-14</c:v>
                </c:pt>
                <c:pt idx="1">
                  <c:v>May 15-21</c:v>
                </c:pt>
                <c:pt idx="2">
                  <c:v>May 22-28</c:v>
                </c:pt>
                <c:pt idx="3">
                  <c:v>May 29-June 4</c:v>
                </c:pt>
                <c:pt idx="4">
                  <c:v>June 5-11</c:v>
                </c:pt>
                <c:pt idx="5">
                  <c:v>June 12-18</c:v>
                </c:pt>
                <c:pt idx="6">
                  <c:v>June 19-25</c:v>
                </c:pt>
                <c:pt idx="7">
                  <c:v>June 26-July 2</c:v>
                </c:pt>
                <c:pt idx="8">
                  <c:v>July 3-9</c:v>
                </c:pt>
                <c:pt idx="9">
                  <c:v>July 10-16</c:v>
                </c:pt>
                <c:pt idx="10">
                  <c:v>July 17-23</c:v>
                </c:pt>
                <c:pt idx="11">
                  <c:v>July 24-30</c:v>
                </c:pt>
                <c:pt idx="12">
                  <c:v>July 31-August 6</c:v>
                </c:pt>
                <c:pt idx="13">
                  <c:v>August 7-13</c:v>
                </c:pt>
                <c:pt idx="14">
                  <c:v>August 14-20</c:v>
                </c:pt>
                <c:pt idx="15">
                  <c:v>August 21-27</c:v>
                </c:pt>
                <c:pt idx="16">
                  <c:v>August 28-September 3</c:v>
                </c:pt>
                <c:pt idx="17">
                  <c:v>September 4-10</c:v>
                </c:pt>
                <c:pt idx="18">
                  <c:v>September 11-17</c:v>
                </c:pt>
                <c:pt idx="19">
                  <c:v>September 18-24</c:v>
                </c:pt>
                <c:pt idx="20">
                  <c:v>September 25-October 1</c:v>
                </c:pt>
                <c:pt idx="21">
                  <c:v>October 2-8</c:v>
                </c:pt>
                <c:pt idx="22">
                  <c:v>October 9-15</c:v>
                </c:pt>
                <c:pt idx="23">
                  <c:v>October 16-22</c:v>
                </c:pt>
                <c:pt idx="24">
                  <c:v>October 23-29</c:v>
                </c:pt>
                <c:pt idx="25">
                  <c:v>October 30-November 5</c:v>
                </c:pt>
                <c:pt idx="26">
                  <c:v>November 6-12</c:v>
                </c:pt>
                <c:pt idx="27">
                  <c:v>November 13-19</c:v>
                </c:pt>
                <c:pt idx="28">
                  <c:v>November 20-26</c:v>
                </c:pt>
                <c:pt idx="29">
                  <c:v>November 27-December 3</c:v>
                </c:pt>
                <c:pt idx="30">
                  <c:v>December 4-10</c:v>
                </c:pt>
                <c:pt idx="31">
                  <c:v>December 11-17</c:v>
                </c:pt>
                <c:pt idx="32">
                  <c:v>December 18-24</c:v>
                </c:pt>
                <c:pt idx="33">
                  <c:v>December 25-31</c:v>
                </c:pt>
                <c:pt idx="34">
                  <c:v>January 1-7</c:v>
                </c:pt>
                <c:pt idx="35">
                  <c:v>January 8-14</c:v>
                </c:pt>
                <c:pt idx="36">
                  <c:v>January 15-21</c:v>
                </c:pt>
                <c:pt idx="37">
                  <c:v>January 22-28</c:v>
                </c:pt>
                <c:pt idx="38">
                  <c:v>January 29-February 4</c:v>
                </c:pt>
                <c:pt idx="39">
                  <c:v>February 5-11</c:v>
                </c:pt>
                <c:pt idx="40">
                  <c:v>February 12-18</c:v>
                </c:pt>
                <c:pt idx="41">
                  <c:v>February 19-25</c:v>
                </c:pt>
                <c:pt idx="42">
                  <c:v>February 26-March 3</c:v>
                </c:pt>
                <c:pt idx="43">
                  <c:v>March 4-10</c:v>
                </c:pt>
                <c:pt idx="44">
                  <c:v>March 11-17</c:v>
                </c:pt>
                <c:pt idx="45">
                  <c:v>March 18-24</c:v>
                </c:pt>
                <c:pt idx="46">
                  <c:v>March 25-31</c:v>
                </c:pt>
                <c:pt idx="47">
                  <c:v>April 1-7</c:v>
                </c:pt>
                <c:pt idx="48">
                  <c:v>April 8-14</c:v>
                </c:pt>
                <c:pt idx="49">
                  <c:v>April 15-21</c:v>
                </c:pt>
                <c:pt idx="50">
                  <c:v>April 22-28</c:v>
                </c:pt>
                <c:pt idx="51">
                  <c:v>April 29-May 5</c:v>
                </c:pt>
                <c:pt idx="52">
                  <c:v>May 6-12</c:v>
                </c:pt>
                <c:pt idx="53">
                  <c:v>May 13-19</c:v>
                </c:pt>
                <c:pt idx="54">
                  <c:v>May 20-26</c:v>
                </c:pt>
                <c:pt idx="55">
                  <c:v>May 27-June 2</c:v>
                </c:pt>
                <c:pt idx="56">
                  <c:v>June 3-9</c:v>
                </c:pt>
                <c:pt idx="57">
                  <c:v>June 10-16</c:v>
                </c:pt>
              </c:strCache>
            </c:strRef>
          </c:cat>
          <c:val>
            <c:numRef>
              <c:f>Sheet2!$C$4:$C$61</c:f>
              <c:numCache>
                <c:formatCode>General</c:formatCode>
                <c:ptCount val="58"/>
                <c:pt idx="0">
                  <c:v>2.63</c:v>
                </c:pt>
                <c:pt idx="1">
                  <c:v>3.55</c:v>
                </c:pt>
                <c:pt idx="2">
                  <c:v>3.63</c:v>
                </c:pt>
                <c:pt idx="3">
                  <c:v>4.55</c:v>
                </c:pt>
                <c:pt idx="4">
                  <c:v>5.1100000000000003</c:v>
                </c:pt>
                <c:pt idx="5">
                  <c:v>5.6</c:v>
                </c:pt>
                <c:pt idx="6">
                  <c:v>6.13</c:v>
                </c:pt>
                <c:pt idx="7">
                  <c:v>7.24</c:v>
                </c:pt>
                <c:pt idx="8">
                  <c:v>9.14</c:v>
                </c:pt>
                <c:pt idx="9">
                  <c:v>11.04</c:v>
                </c:pt>
                <c:pt idx="10">
                  <c:v>13.91</c:v>
                </c:pt>
                <c:pt idx="11">
                  <c:v>15.91</c:v>
                </c:pt>
                <c:pt idx="12">
                  <c:v>15.81</c:v>
                </c:pt>
                <c:pt idx="13">
                  <c:v>14.16</c:v>
                </c:pt>
                <c:pt idx="14">
                  <c:v>17.84</c:v>
                </c:pt>
                <c:pt idx="15">
                  <c:v>19.07</c:v>
                </c:pt>
                <c:pt idx="16">
                  <c:v>20.5</c:v>
                </c:pt>
                <c:pt idx="17">
                  <c:v>20.190000000000001</c:v>
                </c:pt>
                <c:pt idx="18">
                  <c:v>17.54</c:v>
                </c:pt>
                <c:pt idx="19">
                  <c:v>11.01</c:v>
                </c:pt>
                <c:pt idx="20">
                  <c:v>8.83</c:v>
                </c:pt>
                <c:pt idx="21">
                  <c:v>5.2</c:v>
                </c:pt>
                <c:pt idx="22">
                  <c:v>3.76</c:v>
                </c:pt>
                <c:pt idx="23">
                  <c:v>3.25</c:v>
                </c:pt>
                <c:pt idx="24">
                  <c:v>2.86</c:v>
                </c:pt>
                <c:pt idx="25">
                  <c:v>2.44</c:v>
                </c:pt>
                <c:pt idx="26">
                  <c:v>2.0099999999999998</c:v>
                </c:pt>
                <c:pt idx="27">
                  <c:v>1.95</c:v>
                </c:pt>
                <c:pt idx="28">
                  <c:v>2.33</c:v>
                </c:pt>
                <c:pt idx="29">
                  <c:v>2.75</c:v>
                </c:pt>
                <c:pt idx="30">
                  <c:v>3.52</c:v>
                </c:pt>
                <c:pt idx="31">
                  <c:v>4.1500000000000004</c:v>
                </c:pt>
                <c:pt idx="32">
                  <c:v>4.57</c:v>
                </c:pt>
                <c:pt idx="33">
                  <c:v>5.79</c:v>
                </c:pt>
                <c:pt idx="34">
                  <c:v>6.96</c:v>
                </c:pt>
                <c:pt idx="35">
                  <c:v>8.9600000000000009</c:v>
                </c:pt>
                <c:pt idx="36">
                  <c:v>12.23</c:v>
                </c:pt>
                <c:pt idx="37">
                  <c:v>14.93</c:v>
                </c:pt>
                <c:pt idx="38">
                  <c:v>16.149999999999999</c:v>
                </c:pt>
                <c:pt idx="39">
                  <c:v>13.75</c:v>
                </c:pt>
                <c:pt idx="40">
                  <c:v>10.1</c:v>
                </c:pt>
                <c:pt idx="41">
                  <c:v>7.92</c:v>
                </c:pt>
                <c:pt idx="42">
                  <c:v>6.99</c:v>
                </c:pt>
                <c:pt idx="43">
                  <c:v>6.53</c:v>
                </c:pt>
                <c:pt idx="44">
                  <c:v>6.15</c:v>
                </c:pt>
                <c:pt idx="45">
                  <c:v>5.21</c:v>
                </c:pt>
                <c:pt idx="46">
                  <c:v>5.0999999999999996</c:v>
                </c:pt>
                <c:pt idx="47">
                  <c:v>4.26</c:v>
                </c:pt>
                <c:pt idx="48">
                  <c:v>3.71</c:v>
                </c:pt>
                <c:pt idx="49">
                  <c:v>3.64</c:v>
                </c:pt>
                <c:pt idx="50">
                  <c:v>3.22</c:v>
                </c:pt>
                <c:pt idx="51">
                  <c:v>2.27</c:v>
                </c:pt>
                <c:pt idx="52">
                  <c:v>2.76</c:v>
                </c:pt>
                <c:pt idx="53">
                  <c:v>3.28</c:v>
                </c:pt>
                <c:pt idx="54">
                  <c:v>3.35</c:v>
                </c:pt>
                <c:pt idx="55">
                  <c:v>3.52</c:v>
                </c:pt>
                <c:pt idx="56">
                  <c:v>3.99</c:v>
                </c:pt>
                <c:pt idx="57">
                  <c:v>4.16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4513-4156-A88C-8931E9FB30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76079423"/>
        <c:axId val="1576079903"/>
        <c:extLst/>
      </c:barChart>
      <c:catAx>
        <c:axId val="1576079423"/>
        <c:scaling>
          <c:orientation val="minMax"/>
        </c:scaling>
        <c:delete val="0"/>
        <c:axPos val="b"/>
        <c:numFmt formatCode="000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6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1576079903"/>
        <c:crosses val="autoZero"/>
        <c:auto val="1"/>
        <c:lblAlgn val="ctr"/>
        <c:lblOffset val="100"/>
        <c:noMultiLvlLbl val="0"/>
      </c:catAx>
      <c:valAx>
        <c:axId val="15760799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Number of COVID-19 positive</a:t>
                </a:r>
                <a:endParaRPr lang="ja-JP"/>
              </a:p>
            </c:rich>
          </c:tx>
          <c:layout>
            <c:manualLayout>
              <c:xMode val="edge"/>
              <c:yMode val="edge"/>
              <c:x val="1.1532090872187428E-2"/>
              <c:y val="2.796554923111278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ja-JP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6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1576079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100">
          <a:latin typeface="Times New Roman" panose="02020603050405020304" pitchFamily="18" charset="0"/>
          <a:cs typeface="Times New Roman" panose="02020603050405020304" pitchFamily="18" charset="0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6BAF4-3C62-4A1D-9DA3-DD0E7E060A8F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08AD8-0228-498F-A885-C9CB2F95B8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684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08AD8-0228-498F-A885-C9CB2F95B85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6525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08AD8-0228-498F-A885-C9CB2F95B85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797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ja-JP" sz="1800" dirty="0">
                <a:effectLst/>
                <a:latin typeface="Calibri" panose="020F0502020204030204" pitchFamily="34" charset="0"/>
                <a:ea typeface="ＭＳ 明朝" panose="02020609040205080304" pitchFamily="17" charset="-128"/>
                <a:cs typeface="Calibri" panose="020F0502020204030204" pitchFamily="34" charset="0"/>
              </a:rPr>
              <a:t>Change in the numbers of newly confirmed COVID-19-positive cases in Japan</a:t>
            </a:r>
          </a:p>
          <a:p>
            <a:pPr algn="just"/>
            <a:endParaRPr lang="en-US" altLang="ja-JP" sz="1800" dirty="0">
              <a:effectLst/>
              <a:latin typeface="Calibri" panose="020F0502020204030204" pitchFamily="34" charset="0"/>
              <a:ea typeface="ＭＳ 明朝" panose="02020609040205080304" pitchFamily="17" charset="-128"/>
              <a:cs typeface="Calibri" panose="020F0502020204030204" pitchFamily="34" charset="0"/>
            </a:endParaRPr>
          </a:p>
          <a:p>
            <a:pPr algn="l"/>
            <a:r>
              <a:rPr lang="en-US" altLang="ja-JP" sz="2800" b="0" i="0" dirty="0">
                <a:solidFill>
                  <a:srgbClr val="2E3136"/>
                </a:solidFill>
                <a:effectLst/>
                <a:latin typeface="ヒラギノ角ゴ Pro W3"/>
              </a:rPr>
              <a:t>The Infectious Diseases Control Law classifies infectious diseases into Class 1 through 5 based on their infectiousness and severity, in which measures that the government can take to prevent the spread of infections differ.  COVID-19 was categorized as “the Novel Influenza and other diseases category”, which is equivalent to Class 2. However, starting from May 8, 2023, it is reclassified as Class 5.</a:t>
            </a:r>
          </a:p>
          <a:p>
            <a:pPr algn="just"/>
            <a:r>
              <a:rPr lang="en-US" altLang="ja-JP" sz="1800" dirty="0">
                <a:effectLst/>
                <a:latin typeface="Calibri" panose="020F0502020204030204" pitchFamily="34" charset="0"/>
                <a:ea typeface="ＭＳ 明朝" panose="02020609040205080304" pitchFamily="17" charset="-128"/>
                <a:cs typeface="Calibri" panose="020F0502020204030204" pitchFamily="34" charset="0"/>
              </a:rPr>
              <a:t>Before </a:t>
            </a:r>
            <a:r>
              <a:rPr lang="en-US" altLang="ja-JP" sz="1800" b="0" i="0" dirty="0">
                <a:solidFill>
                  <a:srgbClr val="2E3136"/>
                </a:solidFill>
                <a:effectLst/>
                <a:latin typeface="ヒラギノ角ゴ Pro W3"/>
              </a:rPr>
              <a:t>May 8, 2023, </a:t>
            </a:r>
            <a:r>
              <a:rPr lang="en-US" altLang="ja-JP" sz="1800" dirty="0">
                <a:effectLst/>
                <a:latin typeface="Calibri" panose="020F0502020204030204" pitchFamily="34" charset="0"/>
                <a:ea typeface="ＭＳ 明朝" panose="02020609040205080304" pitchFamily="17" charset="-128"/>
                <a:cs typeface="Calibri" panose="020F0502020204030204" pitchFamily="34" charset="0"/>
              </a:rPr>
              <a:t>the number of newly confirmed COVID-19 positive cases is calculated by summing the number of cases published through press releases, including recurrent positive cases, by each jurisdiction.</a:t>
            </a:r>
            <a:r>
              <a:rPr lang="ja-JP" altLang="en-US" sz="1800" dirty="0">
                <a:effectLst/>
                <a:latin typeface="Calibri" panose="020F0502020204030204" pitchFamily="34" charset="0"/>
                <a:ea typeface="ＭＳ 明朝" panose="02020609040205080304" pitchFamily="17" charset="-128"/>
                <a:cs typeface="Calibri" panose="020F0502020204030204" pitchFamily="34" charset="0"/>
              </a:rPr>
              <a:t>　</a:t>
            </a:r>
            <a:r>
              <a:rPr lang="en-US" altLang="ja-JP" sz="1800" dirty="0">
                <a:effectLst/>
                <a:latin typeface="Calibri" panose="020F0502020204030204" pitchFamily="34" charset="0"/>
                <a:ea typeface="ＭＳ 明朝" panose="02020609040205080304" pitchFamily="17" charset="-128"/>
                <a:cs typeface="Calibri" panose="020F0502020204030204" pitchFamily="34" charset="0"/>
              </a:rPr>
              <a:t>After the reclassification, the number of patients reported from the specific medical institutions will be the base of understanding outbreak trends.</a:t>
            </a:r>
            <a:endParaRPr lang="ja-JP" altLang="ja-JP" sz="1800" dirty="0">
              <a:effectLst/>
              <a:latin typeface="Calibri" panose="020F0502020204030204" pitchFamily="34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08AD8-0228-498F-A885-C9CB2F95B850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78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00E018-9A99-C6B8-0B30-FC19BB6A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9AD2BE-4512-EFF2-18E7-4CD9E026F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684873-CBF4-30B2-06EA-1712117F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BDD5C7-878F-CA92-D495-5A358D2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C4EDF2-7F13-6422-3EFE-A52CEDA8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410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B506E2-1DFC-4555-6600-DAA87CA3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02FDFA-1979-3FC9-5D73-7F340FEB5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B68B09-ED0B-3A6D-7003-DCE9A8A0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8800D1-A326-D213-4D0B-4E10909C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779AEF-E436-378A-85FB-03FBDF8B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89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DF820D-AEA8-7AF0-68EF-592CEB98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DFAC3F-115B-A18B-0FEC-199DB30C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4B64D8-B55E-DCA9-47F7-AB512815C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456940-9131-9464-E809-FF81A043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63DEB7-2729-EBAB-CDF0-64060768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79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C74E1-EE2F-001C-36B9-989F8BEA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A66338-835F-8D74-E0F5-928FCB6FB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A56946-F65C-03D3-F5CE-C163CD86F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B74CF8-4542-BFBF-C4EA-CD76B3AF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C37896-ADCF-35B0-B85C-D3767F2D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69AEF3-D8B5-DBBE-CF70-9F694FA5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316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3DDF58-2DD6-3E75-825F-955A66CD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A3BA7D-D34F-631A-312C-F9CA03B24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BD3F98-B8A9-30B4-AAE7-8C5FD8F1C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77EEB20-1593-07D1-845A-884C18DC1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83F8548-0A77-1847-3565-A2FDBB19F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4E9E58-8FD5-D36D-8FB6-D6FAC2C3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2E68F7C-E476-5DAD-DFCF-AD70B14E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9AA715B-F529-21AF-9C9A-29236FB7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07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462C4E-C50C-4F48-3BF5-8C5CABA8E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880FDAF-BB6C-260D-C037-2B229A44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719880-F178-3301-6893-E8ADB209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7F070E-D537-81D5-491B-BC00A425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4952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2E2FEA2-701B-7E90-0C49-FA18838B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217117E-1D9B-7B48-E804-C4785E69E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A10D06-8A2F-6B3F-66DB-2A25BD5D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3199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CC859C-62EF-2443-0A7A-6F8BE399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50B84D-1F93-E25A-1A48-F17A65491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CE14DB-8098-D12D-3CAC-B604EE944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208235-446E-2479-7FDF-AB290AD5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A5C60F-E359-93AB-3C9F-2634970C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D9935B-2BBC-7810-BAAE-5E948FA2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23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358E8-CCE0-F742-CC18-820D395F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3E18AFE-5DF9-DF94-512D-E68ADC803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D4AE05-3A74-1B3F-3B0C-47F3249DC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6515B3-D099-7D2A-D75D-B2FF6193D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F2C4D5-B23D-AFF3-71A1-4109FAF6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D134CF-0EBE-730A-6325-516EA1357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2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387ABF-42AB-74A5-E6B9-F36D8670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3F4C98-6D61-57D0-0DD0-6567D3307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F6396-1A7D-06BF-11E8-43A18921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4BFC83-B517-0022-4C67-8B8F769D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E242FE-8404-F54D-51B8-6D61D145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44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6929676-FD8F-9FBF-44FC-4AA833337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08EEB3-D7B7-F012-CC28-83F13FE01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B10FC2-B441-74EA-92F4-3F33DA30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1AF59A-437C-293C-1631-0F9D22A7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2C62CB-527B-8567-87C4-19CD7CA2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18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281E65E-2DC8-5F49-FFD5-3A67B678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6BFCF2-6FDF-EF4C-9EAF-707BB07D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5C1D57-C035-66CB-FF9C-0C93DB122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EDB23-C481-46E8-A3D2-E6ECF1E40DE7}" type="datetimeFigureOut">
              <a:rPr kumimoji="1" lang="ja-JP" altLang="en-US" smtClean="0"/>
              <a:t>2024/9/19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6EF32C-C9D8-624D-22C7-F69872B6B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0F9ABF-ED37-D779-2C7B-8D3954E96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703BB-B419-431F-A6F4-00218C8FE0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582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946AD53-FD1C-063E-D055-23900B4AFBF3}"/>
              </a:ext>
            </a:extLst>
          </p:cNvPr>
          <p:cNvSpPr/>
          <p:nvPr/>
        </p:nvSpPr>
        <p:spPr>
          <a:xfrm>
            <a:off x="4854139" y="536023"/>
            <a:ext cx="3977408" cy="977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who lived in </a:t>
            </a:r>
          </a:p>
          <a:p>
            <a:pPr algn="ctr"/>
            <a:r>
              <a:rPr lang="en-US" altLang="ja-JP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Tokyo, Osaka, Hyogo, and Fukuoka</a:t>
            </a:r>
          </a:p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6723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F9473DA-8E23-8055-EBE3-81C657ED421B}"/>
              </a:ext>
            </a:extLst>
          </p:cNvPr>
          <p:cNvSpPr/>
          <p:nvPr/>
        </p:nvSpPr>
        <p:spPr>
          <a:xfrm>
            <a:off x="7087588" y="2222229"/>
            <a:ext cx="1743959" cy="84678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response</a:t>
            </a:r>
          </a:p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2131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019C5B-9B25-2AB1-B4F6-3689D9D9C0F4}"/>
              </a:ext>
            </a:extLst>
          </p:cNvPr>
          <p:cNvSpPr/>
          <p:nvPr/>
        </p:nvSpPr>
        <p:spPr>
          <a:xfrm>
            <a:off x="4854139" y="2222228"/>
            <a:ext cx="1743959" cy="84678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4592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AB920C1-03A8-1596-E33D-C103A06EB88D}"/>
              </a:ext>
            </a:extLst>
          </p:cNvPr>
          <p:cNvSpPr/>
          <p:nvPr/>
        </p:nvSpPr>
        <p:spPr>
          <a:xfrm>
            <a:off x="7087588" y="3777759"/>
            <a:ext cx="1743959" cy="84678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response</a:t>
            </a:r>
          </a:p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700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28C2D40-1DBC-AF11-1B2F-E6EAE4F6C76F}"/>
              </a:ext>
            </a:extLst>
          </p:cNvPr>
          <p:cNvSpPr/>
          <p:nvPr/>
        </p:nvSpPr>
        <p:spPr>
          <a:xfrm>
            <a:off x="4854139" y="3777758"/>
            <a:ext cx="1743959" cy="84678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3892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A0B4905-83D1-D123-4A4D-9D7CECE59A63}"/>
              </a:ext>
            </a:extLst>
          </p:cNvPr>
          <p:cNvSpPr/>
          <p:nvPr/>
        </p:nvSpPr>
        <p:spPr>
          <a:xfrm>
            <a:off x="7087588" y="5333289"/>
            <a:ext cx="1743959" cy="84678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response</a:t>
            </a:r>
          </a:p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1233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6F169DC-1460-63C4-9461-33281F4C735A}"/>
              </a:ext>
            </a:extLst>
          </p:cNvPr>
          <p:cNvSpPr/>
          <p:nvPr/>
        </p:nvSpPr>
        <p:spPr>
          <a:xfrm>
            <a:off x="4854139" y="5333288"/>
            <a:ext cx="1743959" cy="84678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2659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3EFA068-42A7-51D8-7D37-688790637734}"/>
              </a:ext>
            </a:extLst>
          </p:cNvPr>
          <p:cNvSpPr txBox="1"/>
          <p:nvPr/>
        </p:nvSpPr>
        <p:spPr>
          <a:xfrm>
            <a:off x="3069006" y="716977"/>
            <a:ext cx="16606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</a:p>
          <a:p>
            <a:pPr algn="ctr"/>
            <a:r>
              <a:rPr kumimoji="1"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11-12, 2020</a:t>
            </a:r>
            <a:endParaRPr kumimoji="1" lang="ja-JP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B2970CD-EE8F-72B1-8680-2A333CDED6D2}"/>
              </a:ext>
            </a:extLst>
          </p:cNvPr>
          <p:cNvSpPr txBox="1"/>
          <p:nvPr/>
        </p:nvSpPr>
        <p:spPr>
          <a:xfrm>
            <a:off x="3069006" y="2337844"/>
            <a:ext cx="16606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</a:p>
          <a:p>
            <a:pPr algn="ctr"/>
            <a:r>
              <a:rPr kumimoji="1"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14-20, 2021</a:t>
            </a:r>
            <a:endParaRPr kumimoji="1" lang="ja-JP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D7EEEF4-CC8F-B83C-4D85-2CEBF411A0D3}"/>
              </a:ext>
            </a:extLst>
          </p:cNvPr>
          <p:cNvSpPr txBox="1"/>
          <p:nvPr/>
        </p:nvSpPr>
        <p:spPr>
          <a:xfrm>
            <a:off x="3069006" y="3893375"/>
            <a:ext cx="16606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</a:p>
          <a:p>
            <a:pPr algn="ctr"/>
            <a:r>
              <a:rPr kumimoji="1"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13-30, 2022</a:t>
            </a:r>
            <a:endParaRPr kumimoji="1" lang="ja-JP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C8FFA27-6E1E-C0A2-8B44-21B740724719}"/>
              </a:ext>
            </a:extLst>
          </p:cNvPr>
          <p:cNvSpPr txBox="1"/>
          <p:nvPr/>
        </p:nvSpPr>
        <p:spPr>
          <a:xfrm>
            <a:off x="3069006" y="5448906"/>
            <a:ext cx="16606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</a:t>
            </a:r>
          </a:p>
          <a:p>
            <a:pPr algn="ctr"/>
            <a:r>
              <a:rPr kumimoji="1"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10-17, 2024</a:t>
            </a:r>
            <a:endParaRPr kumimoji="1" lang="ja-JP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083B5410-8582-7799-9133-B7A41CC52FC9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5726119" y="1513485"/>
            <a:ext cx="1116724" cy="7087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ECA0C0D-97D4-4748-3C9F-82F6139F742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842843" y="1513485"/>
            <a:ext cx="1116725" cy="70874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FCDC46FF-8811-62EF-32DF-05CB7371A7CF}"/>
              </a:ext>
            </a:extLst>
          </p:cNvPr>
          <p:cNvCxnSpPr/>
          <p:nvPr/>
        </p:nvCxnSpPr>
        <p:spPr>
          <a:xfrm>
            <a:off x="5726119" y="3069014"/>
            <a:ext cx="0" cy="70874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D099BD1-F609-CB0F-0B58-F3BB197F2DBF}"/>
              </a:ext>
            </a:extLst>
          </p:cNvPr>
          <p:cNvCxnSpPr>
            <a:cxnSpLocks/>
          </p:cNvCxnSpPr>
          <p:nvPr/>
        </p:nvCxnSpPr>
        <p:spPr>
          <a:xfrm>
            <a:off x="5726119" y="3069014"/>
            <a:ext cx="2233449" cy="70874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B42C6D61-03D0-9381-7838-D9DE332E79A1}"/>
              </a:ext>
            </a:extLst>
          </p:cNvPr>
          <p:cNvCxnSpPr/>
          <p:nvPr/>
        </p:nvCxnSpPr>
        <p:spPr>
          <a:xfrm>
            <a:off x="5726119" y="4624543"/>
            <a:ext cx="0" cy="70874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1BD02B61-2C2A-B937-2FD7-7C1F9D9AF29C}"/>
              </a:ext>
            </a:extLst>
          </p:cNvPr>
          <p:cNvCxnSpPr>
            <a:cxnSpLocks/>
          </p:cNvCxnSpPr>
          <p:nvPr/>
        </p:nvCxnSpPr>
        <p:spPr>
          <a:xfrm>
            <a:off x="5726119" y="4624543"/>
            <a:ext cx="2233449" cy="70874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A4816B-2CF7-EB82-4B10-0D105B0C13AE}"/>
              </a:ext>
            </a:extLst>
          </p:cNvPr>
          <p:cNvSpPr txBox="1"/>
          <p:nvPr/>
        </p:nvSpPr>
        <p:spPr>
          <a:xfrm>
            <a:off x="222801" y="5048493"/>
            <a:ext cx="4195348" cy="408623"/>
          </a:xfrm>
          <a:prstGeom prst="wedgeRoundRectCallout">
            <a:avLst>
              <a:gd name="adj1" fmla="val 67233"/>
              <a:gd name="adj2" fmla="val 83668"/>
              <a:gd name="adj3" fmla="val 16667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This is the 6th survey data!</a:t>
            </a:r>
          </a:p>
        </p:txBody>
      </p:sp>
    </p:spTree>
    <p:extLst>
      <p:ext uri="{BB962C8B-B14F-4D97-AF65-F5344CB8AC3E}">
        <p14:creationId xmlns:p14="http://schemas.microsoft.com/office/powerpoint/2010/main" val="50257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8A226D6-B12E-DF79-670C-FE850C2AA18F}"/>
              </a:ext>
            </a:extLst>
          </p:cNvPr>
          <p:cNvSpPr/>
          <p:nvPr/>
        </p:nvSpPr>
        <p:spPr>
          <a:xfrm>
            <a:off x="1402978" y="1434274"/>
            <a:ext cx="1676403" cy="109833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1031</a:t>
            </a:r>
            <a:endParaRPr lang="ja-JP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(without social isolation)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9B037CE-8C7D-A063-26BD-254E97017508}"/>
              </a:ext>
            </a:extLst>
          </p:cNvPr>
          <p:cNvSpPr/>
          <p:nvPr/>
        </p:nvSpPr>
        <p:spPr>
          <a:xfrm>
            <a:off x="1402978" y="4739770"/>
            <a:ext cx="1676403" cy="10773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1628</a:t>
            </a:r>
            <a:endParaRPr lang="ja-JP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(with social isolation)</a:t>
            </a:r>
            <a:endParaRPr kumimoji="1" lang="en-US" altLang="ja-JP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787C871-74C8-90A2-6383-788672D38DA9}"/>
              </a:ext>
            </a:extLst>
          </p:cNvPr>
          <p:cNvSpPr/>
          <p:nvPr/>
        </p:nvSpPr>
        <p:spPr>
          <a:xfrm>
            <a:off x="4114795" y="982715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725 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1F5B53B-D06E-984D-68B0-519A23B09E12}"/>
              </a:ext>
            </a:extLst>
          </p:cNvPr>
          <p:cNvSpPr/>
          <p:nvPr/>
        </p:nvSpPr>
        <p:spPr>
          <a:xfrm>
            <a:off x="4114795" y="2533005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306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AD81C5F-9557-A7F5-3477-7A2F7D8EBAAC}"/>
              </a:ext>
            </a:extLst>
          </p:cNvPr>
          <p:cNvSpPr/>
          <p:nvPr/>
        </p:nvSpPr>
        <p:spPr>
          <a:xfrm>
            <a:off x="4114795" y="4230402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246 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4779CA1-11FC-4A62-4E8C-AE95B6377B79}"/>
              </a:ext>
            </a:extLst>
          </p:cNvPr>
          <p:cNvSpPr/>
          <p:nvPr/>
        </p:nvSpPr>
        <p:spPr>
          <a:xfrm>
            <a:off x="4114795" y="5822732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1382 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C63C27B-AAC8-ED77-7AA5-355525DB85EC}"/>
              </a:ext>
            </a:extLst>
          </p:cNvPr>
          <p:cNvSpPr/>
          <p:nvPr/>
        </p:nvSpPr>
        <p:spPr>
          <a:xfrm>
            <a:off x="6821210" y="578069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574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76706D0-0F1A-5CCA-9C5B-0602C4485929}"/>
              </a:ext>
            </a:extLst>
          </p:cNvPr>
          <p:cNvSpPr/>
          <p:nvPr/>
        </p:nvSpPr>
        <p:spPr>
          <a:xfrm>
            <a:off x="6821210" y="1366346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151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197CFBE-6160-4753-107C-0DEDD8BD733E}"/>
              </a:ext>
            </a:extLst>
          </p:cNvPr>
          <p:cNvSpPr/>
          <p:nvPr/>
        </p:nvSpPr>
        <p:spPr>
          <a:xfrm>
            <a:off x="6821210" y="2165133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128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E6C4DC8D-935E-95DB-7F43-2C81FCE9B37F}"/>
              </a:ext>
            </a:extLst>
          </p:cNvPr>
          <p:cNvSpPr/>
          <p:nvPr/>
        </p:nvSpPr>
        <p:spPr>
          <a:xfrm>
            <a:off x="6821210" y="2953409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178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32856E6-CB20-B498-8806-B7DA74602A03}"/>
              </a:ext>
            </a:extLst>
          </p:cNvPr>
          <p:cNvSpPr/>
          <p:nvPr/>
        </p:nvSpPr>
        <p:spPr>
          <a:xfrm>
            <a:off x="6821210" y="3831019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133 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6F391D8-F1C8-1E51-B56E-93B7D4FE5288}"/>
              </a:ext>
            </a:extLst>
          </p:cNvPr>
          <p:cNvSpPr/>
          <p:nvPr/>
        </p:nvSpPr>
        <p:spPr>
          <a:xfrm>
            <a:off x="6821210" y="4619296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113 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19E0B93-0814-0E27-F90B-E0C6124530B8}"/>
              </a:ext>
            </a:extLst>
          </p:cNvPr>
          <p:cNvSpPr/>
          <p:nvPr/>
        </p:nvSpPr>
        <p:spPr>
          <a:xfrm>
            <a:off x="6821210" y="5428593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124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4036C913-CFE1-9C8A-D905-FE4C8D268D08}"/>
              </a:ext>
            </a:extLst>
          </p:cNvPr>
          <p:cNvSpPr/>
          <p:nvPr/>
        </p:nvSpPr>
        <p:spPr>
          <a:xfrm>
            <a:off x="6821210" y="6206359"/>
            <a:ext cx="1676403" cy="461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1258 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C4FC1ACE-B073-D837-5322-54EC4A55D379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3079381" y="1213548"/>
            <a:ext cx="1035414" cy="769893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D106798F-CDB2-7E00-AA8E-4BB40275CEA2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>
            <a:off x="3079381" y="1983441"/>
            <a:ext cx="1035414" cy="780397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A94784F-05DB-8A2C-5FF4-65143DF6D923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 flipV="1">
            <a:off x="3079381" y="4461235"/>
            <a:ext cx="1035414" cy="817192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42F0FF5-4A7F-CF77-7598-53EDFB683D39}"/>
              </a:ext>
            </a:extLst>
          </p:cNvPr>
          <p:cNvCxnSpPr>
            <a:cxnSpLocks/>
            <a:stCxn id="33" idx="3"/>
            <a:endCxn id="37" idx="1"/>
          </p:cNvCxnSpPr>
          <p:nvPr/>
        </p:nvCxnSpPr>
        <p:spPr>
          <a:xfrm>
            <a:off x="3079381" y="5278427"/>
            <a:ext cx="1035414" cy="775138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A4D5ABC9-72DB-DFEC-9C5D-54A65705B4F5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5791198" y="808902"/>
            <a:ext cx="1030012" cy="404646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172601B-F125-700B-C1E7-AAC23DF4B38C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>
            <a:off x="5791198" y="1213548"/>
            <a:ext cx="1030012" cy="383631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A81A6E70-B843-D3B4-1AB1-D303F60841FA}"/>
              </a:ext>
            </a:extLst>
          </p:cNvPr>
          <p:cNvCxnSpPr>
            <a:cxnSpLocks/>
            <a:stCxn id="35" idx="3"/>
            <a:endCxn id="40" idx="1"/>
          </p:cNvCxnSpPr>
          <p:nvPr/>
        </p:nvCxnSpPr>
        <p:spPr>
          <a:xfrm flipV="1">
            <a:off x="5791198" y="2395966"/>
            <a:ext cx="1030012" cy="367872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F9A8EA11-E2CE-B7CF-6613-E8946109A83D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5791198" y="2763838"/>
            <a:ext cx="1030012" cy="420404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0D0B9FBD-D476-B4F1-6D57-F94225E935B2}"/>
              </a:ext>
            </a:extLst>
          </p:cNvPr>
          <p:cNvCxnSpPr>
            <a:cxnSpLocks/>
            <a:stCxn id="36" idx="3"/>
            <a:endCxn id="42" idx="1"/>
          </p:cNvCxnSpPr>
          <p:nvPr/>
        </p:nvCxnSpPr>
        <p:spPr>
          <a:xfrm flipV="1">
            <a:off x="5791198" y="4061852"/>
            <a:ext cx="1030012" cy="399383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FAC14E9E-4564-9E5E-1B3E-6F4C238342DF}"/>
              </a:ext>
            </a:extLst>
          </p:cNvPr>
          <p:cNvCxnSpPr>
            <a:cxnSpLocks/>
            <a:stCxn id="36" idx="3"/>
            <a:endCxn id="43" idx="1"/>
          </p:cNvCxnSpPr>
          <p:nvPr/>
        </p:nvCxnSpPr>
        <p:spPr>
          <a:xfrm>
            <a:off x="5791198" y="4461235"/>
            <a:ext cx="1030012" cy="388894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8C59E6C9-B3FC-50DE-6210-001D20064810}"/>
              </a:ext>
            </a:extLst>
          </p:cNvPr>
          <p:cNvCxnSpPr>
            <a:cxnSpLocks/>
            <a:stCxn id="37" idx="3"/>
            <a:endCxn id="44" idx="1"/>
          </p:cNvCxnSpPr>
          <p:nvPr/>
        </p:nvCxnSpPr>
        <p:spPr>
          <a:xfrm flipV="1">
            <a:off x="5791198" y="5659426"/>
            <a:ext cx="1030012" cy="394139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7C3F27D8-27E1-E841-0662-F8A6A59ABF3F}"/>
              </a:ext>
            </a:extLst>
          </p:cNvPr>
          <p:cNvCxnSpPr>
            <a:cxnSpLocks/>
            <a:stCxn id="37" idx="3"/>
            <a:endCxn id="45" idx="1"/>
          </p:cNvCxnSpPr>
          <p:nvPr/>
        </p:nvCxnSpPr>
        <p:spPr>
          <a:xfrm>
            <a:off x="5791198" y="6053565"/>
            <a:ext cx="1030012" cy="383627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C28B5D9B-7480-1C51-BE15-50B4051E472C}"/>
              </a:ext>
            </a:extLst>
          </p:cNvPr>
          <p:cNvSpPr txBox="1"/>
          <p:nvPr/>
        </p:nvSpPr>
        <p:spPr>
          <a:xfrm>
            <a:off x="1272112" y="1702"/>
            <a:ext cx="1938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(2020)</a:t>
            </a:r>
            <a:endParaRPr kumimoji="1" lang="ja-JP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D44411C5-A138-7D1B-9A1E-62685ECBA665}"/>
              </a:ext>
            </a:extLst>
          </p:cNvPr>
          <p:cNvSpPr txBox="1"/>
          <p:nvPr/>
        </p:nvSpPr>
        <p:spPr>
          <a:xfrm>
            <a:off x="3983929" y="19898"/>
            <a:ext cx="1938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(2021)</a:t>
            </a:r>
            <a:endParaRPr kumimoji="1" lang="ja-JP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609E5B3-E80E-0C4A-1DF9-52813848B6A1}"/>
              </a:ext>
            </a:extLst>
          </p:cNvPr>
          <p:cNvSpPr txBox="1"/>
          <p:nvPr/>
        </p:nvSpPr>
        <p:spPr>
          <a:xfrm>
            <a:off x="6708661" y="9046"/>
            <a:ext cx="1901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(2022)</a:t>
            </a:r>
            <a:endParaRPr kumimoji="1" lang="ja-JP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352DDF0C-FA03-D986-A329-E423CE934138}"/>
              </a:ext>
            </a:extLst>
          </p:cNvPr>
          <p:cNvSpPr/>
          <p:nvPr/>
        </p:nvSpPr>
        <p:spPr>
          <a:xfrm>
            <a:off x="9535499" y="493365"/>
            <a:ext cx="1676403" cy="6267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472</a:t>
            </a:r>
          </a:p>
          <a:p>
            <a:pPr algn="ctr"/>
            <a:r>
              <a:rPr kumimoji="1"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102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3A629266-D8F2-B92C-2B36-8D4440E04A70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8497613" y="806717"/>
            <a:ext cx="1037886" cy="2185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CE9E0D05-6F00-B8DE-2AF8-6FBE37FE69C0}"/>
              </a:ext>
            </a:extLst>
          </p:cNvPr>
          <p:cNvCxnSpPr>
            <a:cxnSpLocks/>
            <a:stCxn id="39" idx="3"/>
            <a:endCxn id="168" idx="1"/>
          </p:cNvCxnSpPr>
          <p:nvPr/>
        </p:nvCxnSpPr>
        <p:spPr>
          <a:xfrm flipV="1">
            <a:off x="8497613" y="1595856"/>
            <a:ext cx="1037885" cy="1323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AA0E9977-C121-0976-8C73-CEC2C80EA44B}"/>
              </a:ext>
            </a:extLst>
          </p:cNvPr>
          <p:cNvCxnSpPr>
            <a:cxnSpLocks/>
            <a:stCxn id="40" idx="3"/>
            <a:endCxn id="171" idx="1"/>
          </p:cNvCxnSpPr>
          <p:nvPr/>
        </p:nvCxnSpPr>
        <p:spPr>
          <a:xfrm flipV="1">
            <a:off x="8497613" y="2393319"/>
            <a:ext cx="1037885" cy="2647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1774F37A-191E-BEF5-A719-BC0C82273551}"/>
              </a:ext>
            </a:extLst>
          </p:cNvPr>
          <p:cNvCxnSpPr>
            <a:cxnSpLocks/>
            <a:stCxn id="41" idx="3"/>
            <a:endCxn id="173" idx="1"/>
          </p:cNvCxnSpPr>
          <p:nvPr/>
        </p:nvCxnSpPr>
        <p:spPr>
          <a:xfrm>
            <a:off x="8497613" y="3184242"/>
            <a:ext cx="1037885" cy="0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72087479-F250-9F00-12D7-CF33694838C6}"/>
              </a:ext>
            </a:extLst>
          </p:cNvPr>
          <p:cNvCxnSpPr>
            <a:cxnSpLocks/>
            <a:stCxn id="42" idx="3"/>
            <a:endCxn id="176" idx="1"/>
          </p:cNvCxnSpPr>
          <p:nvPr/>
        </p:nvCxnSpPr>
        <p:spPr>
          <a:xfrm>
            <a:off x="8497613" y="4061852"/>
            <a:ext cx="1037885" cy="3696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矢印コネクタ 144">
            <a:extLst>
              <a:ext uri="{FF2B5EF4-FFF2-40B4-BE49-F238E27FC236}">
                <a16:creationId xmlns:a16="http://schemas.microsoft.com/office/drawing/2014/main" id="{6B9D57F6-2C51-F4BD-48D4-38C4014B887A}"/>
              </a:ext>
            </a:extLst>
          </p:cNvPr>
          <p:cNvCxnSpPr>
            <a:cxnSpLocks/>
            <a:stCxn id="43" idx="3"/>
            <a:endCxn id="178" idx="1"/>
          </p:cNvCxnSpPr>
          <p:nvPr/>
        </p:nvCxnSpPr>
        <p:spPr>
          <a:xfrm flipV="1">
            <a:off x="8497613" y="4848565"/>
            <a:ext cx="1037885" cy="1564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矢印コネクタ 150">
            <a:extLst>
              <a:ext uri="{FF2B5EF4-FFF2-40B4-BE49-F238E27FC236}">
                <a16:creationId xmlns:a16="http://schemas.microsoft.com/office/drawing/2014/main" id="{1649058A-B28D-4220-4BF5-8EADE7C81C74}"/>
              </a:ext>
            </a:extLst>
          </p:cNvPr>
          <p:cNvCxnSpPr>
            <a:cxnSpLocks/>
            <a:stCxn id="44" idx="3"/>
            <a:endCxn id="180" idx="1"/>
          </p:cNvCxnSpPr>
          <p:nvPr/>
        </p:nvCxnSpPr>
        <p:spPr>
          <a:xfrm>
            <a:off x="8497613" y="5659426"/>
            <a:ext cx="1037885" cy="0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3674F27B-8EE6-AFB0-0A04-D5941B098226}"/>
              </a:ext>
            </a:extLst>
          </p:cNvPr>
          <p:cNvCxnSpPr>
            <a:cxnSpLocks/>
            <a:stCxn id="45" idx="3"/>
            <a:endCxn id="182" idx="1"/>
          </p:cNvCxnSpPr>
          <p:nvPr/>
        </p:nvCxnSpPr>
        <p:spPr>
          <a:xfrm>
            <a:off x="8497613" y="6437192"/>
            <a:ext cx="1037885" cy="0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A7588FD5-07E3-A487-5C95-CCC386416C59}"/>
              </a:ext>
            </a:extLst>
          </p:cNvPr>
          <p:cNvSpPr txBox="1"/>
          <p:nvPr/>
        </p:nvSpPr>
        <p:spPr>
          <a:xfrm>
            <a:off x="9490856" y="1702"/>
            <a:ext cx="1765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(2024)</a:t>
            </a:r>
            <a:endParaRPr kumimoji="1" lang="ja-JP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F4715146-4A7D-FF19-EE16-4F10BC3BD045}"/>
              </a:ext>
            </a:extLst>
          </p:cNvPr>
          <p:cNvSpPr/>
          <p:nvPr/>
        </p:nvSpPr>
        <p:spPr>
          <a:xfrm>
            <a:off x="9535498" y="1282504"/>
            <a:ext cx="1676403" cy="6267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57</a:t>
            </a:r>
          </a:p>
          <a:p>
            <a:pPr algn="ctr"/>
            <a:r>
              <a:rPr kumimoji="1"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94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344CA950-3803-C869-3E01-F195DA375B3D}"/>
              </a:ext>
            </a:extLst>
          </p:cNvPr>
          <p:cNvSpPr/>
          <p:nvPr/>
        </p:nvSpPr>
        <p:spPr>
          <a:xfrm>
            <a:off x="9535498" y="2079967"/>
            <a:ext cx="1676403" cy="6267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65</a:t>
            </a:r>
          </a:p>
          <a:p>
            <a:pPr algn="ctr"/>
            <a:r>
              <a:rPr kumimoji="1"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63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78EF9495-FFA9-F8B8-23F5-3D04C62872FB}"/>
              </a:ext>
            </a:extLst>
          </p:cNvPr>
          <p:cNvSpPr/>
          <p:nvPr/>
        </p:nvSpPr>
        <p:spPr>
          <a:xfrm>
            <a:off x="9535498" y="2870890"/>
            <a:ext cx="1676403" cy="6267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49</a:t>
            </a:r>
          </a:p>
          <a:p>
            <a:pPr algn="ctr"/>
            <a:r>
              <a:rPr kumimoji="1"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129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2D989FB1-1653-FE66-90AF-EDD93E1B1E52}"/>
              </a:ext>
            </a:extLst>
          </p:cNvPr>
          <p:cNvSpPr/>
          <p:nvPr/>
        </p:nvSpPr>
        <p:spPr>
          <a:xfrm>
            <a:off x="9535498" y="3752196"/>
            <a:ext cx="1676403" cy="6267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82</a:t>
            </a:r>
          </a:p>
          <a:p>
            <a:pPr algn="ctr"/>
            <a:r>
              <a:rPr kumimoji="1"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51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FF8C8E36-08A8-B35B-80E7-912D9A274B05}"/>
              </a:ext>
            </a:extLst>
          </p:cNvPr>
          <p:cNvSpPr/>
          <p:nvPr/>
        </p:nvSpPr>
        <p:spPr>
          <a:xfrm>
            <a:off x="9535498" y="4535213"/>
            <a:ext cx="1676403" cy="6267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35</a:t>
            </a:r>
          </a:p>
          <a:p>
            <a:pPr algn="ctr"/>
            <a:r>
              <a:rPr kumimoji="1"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78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735570B1-F7AD-6BB9-3616-8D7BE3F470EB}"/>
              </a:ext>
            </a:extLst>
          </p:cNvPr>
          <p:cNvSpPr/>
          <p:nvPr/>
        </p:nvSpPr>
        <p:spPr>
          <a:xfrm>
            <a:off x="9535498" y="5346074"/>
            <a:ext cx="1676403" cy="6267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51</a:t>
            </a:r>
          </a:p>
          <a:p>
            <a:pPr algn="ctr"/>
            <a:r>
              <a:rPr kumimoji="1"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73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BF84562A-403C-284B-5000-558437A22BED}"/>
              </a:ext>
            </a:extLst>
          </p:cNvPr>
          <p:cNvSpPr/>
          <p:nvPr/>
        </p:nvSpPr>
        <p:spPr>
          <a:xfrm>
            <a:off x="9535498" y="6123840"/>
            <a:ext cx="1676403" cy="6267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122</a:t>
            </a:r>
          </a:p>
          <a:p>
            <a:pPr algn="ctr"/>
            <a:r>
              <a:rPr kumimoji="1"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kumimoji="1" lang="en-US" altLang="ja-JP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1136</a:t>
            </a:r>
            <a:endParaRPr kumimoji="1" lang="ja-JP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13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787C871-74C8-90A2-6383-788672D38DA9}"/>
              </a:ext>
            </a:extLst>
          </p:cNvPr>
          <p:cNvSpPr/>
          <p:nvPr/>
        </p:nvSpPr>
        <p:spPr>
          <a:xfrm>
            <a:off x="2203704" y="1103604"/>
            <a:ext cx="2253321" cy="544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</a:t>
            </a:r>
            <a:r>
              <a:rPr lang="ja-JP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2146</a:t>
            </a:r>
          </a:p>
          <a:p>
            <a:pPr algn="ctr"/>
            <a:r>
              <a:rPr lang="en-US" altLang="ja-JP" sz="16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 alcohol problem)</a:t>
            </a:r>
            <a:endParaRPr kumimoji="1" lang="ja-JP" altLang="en-US" sz="1600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1F5B53B-D06E-984D-68B0-519A23B09E12}"/>
              </a:ext>
            </a:extLst>
          </p:cNvPr>
          <p:cNvSpPr/>
          <p:nvPr/>
        </p:nvSpPr>
        <p:spPr>
          <a:xfrm>
            <a:off x="2203704" y="3187862"/>
            <a:ext cx="2253321" cy="544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AUDIT=8~14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308</a:t>
            </a:r>
          </a:p>
          <a:p>
            <a:pPr algn="ctr"/>
            <a:r>
              <a:rPr lang="en-US" altLang="ja-JP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(Hazardous alcohol use) </a:t>
            </a:r>
            <a:endParaRPr kumimoji="1" lang="ja-JP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AD81C5F-9557-A7F5-3477-7A2F7D8EBAAC}"/>
              </a:ext>
            </a:extLst>
          </p:cNvPr>
          <p:cNvSpPr/>
          <p:nvPr/>
        </p:nvSpPr>
        <p:spPr>
          <a:xfrm>
            <a:off x="2200676" y="5271042"/>
            <a:ext cx="2253321" cy="5444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204 </a:t>
            </a:r>
            <a:r>
              <a:rPr kumimoji="1" lang="en-US" altLang="ja-JP" sz="1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(Potential alcoholism)</a:t>
            </a:r>
            <a:endParaRPr kumimoji="1" lang="ja-JP" altLang="en-US" sz="16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C63C27B-AAC8-ED77-7AA5-355525DB85EC}"/>
              </a:ext>
            </a:extLst>
          </p:cNvPr>
          <p:cNvSpPr/>
          <p:nvPr/>
        </p:nvSpPr>
        <p:spPr>
          <a:xfrm>
            <a:off x="5302036" y="534077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1984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76706D0-0F1A-5CCA-9C5B-0602C4485929}"/>
              </a:ext>
            </a:extLst>
          </p:cNvPr>
          <p:cNvSpPr/>
          <p:nvPr/>
        </p:nvSpPr>
        <p:spPr>
          <a:xfrm>
            <a:off x="5302036" y="1215544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129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A4D5ABC9-72DB-DFEC-9C5D-54A65705B4F5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4457025" y="694377"/>
            <a:ext cx="845011" cy="681467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172601B-F125-700B-C1E7-AAC23DF4B38C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>
            <a:off x="4457025" y="1375844"/>
            <a:ext cx="845011" cy="0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D44411C5-A138-7D1B-9A1E-62685ECBA665}"/>
              </a:ext>
            </a:extLst>
          </p:cNvPr>
          <p:cNvSpPr txBox="1"/>
          <p:nvPr/>
        </p:nvSpPr>
        <p:spPr>
          <a:xfrm>
            <a:off x="2737356" y="-19613"/>
            <a:ext cx="1179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endParaRPr kumimoji="1" lang="ja-JP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609E5B3-E80E-0C4A-1DF9-52813848B6A1}"/>
              </a:ext>
            </a:extLst>
          </p:cNvPr>
          <p:cNvSpPr txBox="1"/>
          <p:nvPr/>
        </p:nvSpPr>
        <p:spPr>
          <a:xfrm>
            <a:off x="5501746" y="10510"/>
            <a:ext cx="1179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  <a:endParaRPr kumimoji="1" lang="ja-JP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352DDF0C-FA03-D986-A329-E423CE934138}"/>
              </a:ext>
            </a:extLst>
          </p:cNvPr>
          <p:cNvSpPr/>
          <p:nvPr/>
        </p:nvSpPr>
        <p:spPr>
          <a:xfrm>
            <a:off x="7734129" y="368563"/>
            <a:ext cx="1594957" cy="6411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1880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84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20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3A629266-D8F2-B92C-2B36-8D4440E04A70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6896993" y="689155"/>
            <a:ext cx="837136" cy="5222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CE9E0D05-6F00-B8DE-2AF8-6FBE37FE69C0}"/>
              </a:ext>
            </a:extLst>
          </p:cNvPr>
          <p:cNvCxnSpPr>
            <a:cxnSpLocks/>
            <a:stCxn id="39" idx="3"/>
            <a:endCxn id="65" idx="1"/>
          </p:cNvCxnSpPr>
          <p:nvPr/>
        </p:nvCxnSpPr>
        <p:spPr>
          <a:xfrm flipV="1">
            <a:off x="6896993" y="1375843"/>
            <a:ext cx="837132" cy="1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A7588FD5-07E3-A487-5C95-CCC386416C59}"/>
              </a:ext>
            </a:extLst>
          </p:cNvPr>
          <p:cNvSpPr txBox="1"/>
          <p:nvPr/>
        </p:nvSpPr>
        <p:spPr>
          <a:xfrm>
            <a:off x="7952227" y="1702"/>
            <a:ext cx="1179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</a:t>
            </a:r>
            <a:endParaRPr kumimoji="1" lang="ja-JP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F3DE09-1675-31EC-4DDD-E7C2E12C8924}"/>
              </a:ext>
            </a:extLst>
          </p:cNvPr>
          <p:cNvSpPr/>
          <p:nvPr/>
        </p:nvSpPr>
        <p:spPr>
          <a:xfrm>
            <a:off x="5302036" y="1899737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33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DF215A8A-74D7-243F-BD54-ED176A5CEE5B}"/>
              </a:ext>
            </a:extLst>
          </p:cNvPr>
          <p:cNvCxnSpPr>
            <a:cxnSpLocks/>
            <a:stCxn id="34" idx="3"/>
            <a:endCxn id="8" idx="1"/>
          </p:cNvCxnSpPr>
          <p:nvPr/>
        </p:nvCxnSpPr>
        <p:spPr>
          <a:xfrm>
            <a:off x="4457025" y="1375844"/>
            <a:ext cx="845011" cy="684193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FFCC914-D078-4643-1CDD-6D403630715B}"/>
              </a:ext>
            </a:extLst>
          </p:cNvPr>
          <p:cNvSpPr/>
          <p:nvPr/>
        </p:nvSpPr>
        <p:spPr>
          <a:xfrm>
            <a:off x="5302036" y="2609752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109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3737874-4F33-C45D-1622-DFD7782942EE}"/>
              </a:ext>
            </a:extLst>
          </p:cNvPr>
          <p:cNvSpPr/>
          <p:nvPr/>
        </p:nvSpPr>
        <p:spPr>
          <a:xfrm>
            <a:off x="5302036" y="3293015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147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089B476-F884-9BB7-138F-1659EE412085}"/>
              </a:ext>
            </a:extLst>
          </p:cNvPr>
          <p:cNvCxnSpPr>
            <a:cxnSpLocks/>
            <a:stCxn id="35" idx="3"/>
            <a:endCxn id="14" idx="1"/>
          </p:cNvCxnSpPr>
          <p:nvPr/>
        </p:nvCxnSpPr>
        <p:spPr>
          <a:xfrm flipV="1">
            <a:off x="4457025" y="2770052"/>
            <a:ext cx="845011" cy="690050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DBC6B282-51E2-428D-15E6-399E783C5C6D}"/>
              </a:ext>
            </a:extLst>
          </p:cNvPr>
          <p:cNvCxnSpPr>
            <a:cxnSpLocks/>
            <a:stCxn id="35" idx="3"/>
            <a:endCxn id="15" idx="1"/>
          </p:cNvCxnSpPr>
          <p:nvPr/>
        </p:nvCxnSpPr>
        <p:spPr>
          <a:xfrm flipV="1">
            <a:off x="4457025" y="3453315"/>
            <a:ext cx="845011" cy="6787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2DF72C2-BBA3-5350-F780-95A3D45B083D}"/>
              </a:ext>
            </a:extLst>
          </p:cNvPr>
          <p:cNvSpPr/>
          <p:nvPr/>
        </p:nvSpPr>
        <p:spPr>
          <a:xfrm>
            <a:off x="5302036" y="3979004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52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7B58D9E-2962-83B3-249C-5BCDFC3F1B6A}"/>
              </a:ext>
            </a:extLst>
          </p:cNvPr>
          <p:cNvCxnSpPr>
            <a:cxnSpLocks/>
            <a:stCxn id="35" idx="3"/>
            <a:endCxn id="18" idx="1"/>
          </p:cNvCxnSpPr>
          <p:nvPr/>
        </p:nvCxnSpPr>
        <p:spPr>
          <a:xfrm>
            <a:off x="4457025" y="3460102"/>
            <a:ext cx="845011" cy="679202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7F19597-1F4E-0639-F03E-A4A5DF672B1E}"/>
              </a:ext>
            </a:extLst>
          </p:cNvPr>
          <p:cNvSpPr/>
          <p:nvPr/>
        </p:nvSpPr>
        <p:spPr>
          <a:xfrm>
            <a:off x="5302036" y="4695259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37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8E83609-5724-5142-0A52-9E89681CE383}"/>
              </a:ext>
            </a:extLst>
          </p:cNvPr>
          <p:cNvSpPr/>
          <p:nvPr/>
        </p:nvSpPr>
        <p:spPr>
          <a:xfrm>
            <a:off x="5302036" y="5382982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58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00A3E12-0B74-8069-A144-FD9FD69DB253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 flipV="1">
            <a:off x="4453997" y="4855559"/>
            <a:ext cx="848039" cy="687723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8C79715B-8FFF-CB4B-3695-F26AFA990F11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4453997" y="5543282"/>
            <a:ext cx="848039" cy="0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3167B33-9CC9-DA26-2EF7-92F09C6257F8}"/>
              </a:ext>
            </a:extLst>
          </p:cNvPr>
          <p:cNvSpPr/>
          <p:nvPr/>
        </p:nvSpPr>
        <p:spPr>
          <a:xfrm>
            <a:off x="5302036" y="6073919"/>
            <a:ext cx="1594957" cy="320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109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BAA2BA9E-5113-CF8A-BAF0-EFD47B4C86AD}"/>
              </a:ext>
            </a:extLst>
          </p:cNvPr>
          <p:cNvCxnSpPr>
            <a:cxnSpLocks/>
            <a:stCxn id="36" idx="3"/>
            <a:endCxn id="27" idx="1"/>
          </p:cNvCxnSpPr>
          <p:nvPr/>
        </p:nvCxnSpPr>
        <p:spPr>
          <a:xfrm>
            <a:off x="4453997" y="5543282"/>
            <a:ext cx="848039" cy="690937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5C1BB8B-6F14-8FF7-136D-9397453FC6B7}"/>
              </a:ext>
            </a:extLst>
          </p:cNvPr>
          <p:cNvSpPr/>
          <p:nvPr/>
        </p:nvSpPr>
        <p:spPr>
          <a:xfrm>
            <a:off x="7734125" y="1063357"/>
            <a:ext cx="1594957" cy="6249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86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33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10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F87879-D5B8-3661-8108-04F00FDB5383}"/>
              </a:ext>
            </a:extLst>
          </p:cNvPr>
          <p:cNvSpPr/>
          <p:nvPr/>
        </p:nvSpPr>
        <p:spPr>
          <a:xfrm>
            <a:off x="7734124" y="1743495"/>
            <a:ext cx="1594957" cy="6249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16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15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955AEECE-12EE-B032-F093-A4EF83495365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6896993" y="2055981"/>
            <a:ext cx="837131" cy="4056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CE01A35A-3CD7-E01A-9186-77EAE9D49C7D}"/>
              </a:ext>
            </a:extLst>
          </p:cNvPr>
          <p:cNvSpPr/>
          <p:nvPr/>
        </p:nvSpPr>
        <p:spPr>
          <a:xfrm>
            <a:off x="7731500" y="2448294"/>
            <a:ext cx="1594957" cy="6411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67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38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4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FDDF3C55-967A-2933-B78A-B11F72B79551}"/>
              </a:ext>
            </a:extLst>
          </p:cNvPr>
          <p:cNvCxnSpPr>
            <a:cxnSpLocks/>
            <a:stCxn id="14" idx="3"/>
            <a:endCxn id="73" idx="1"/>
          </p:cNvCxnSpPr>
          <p:nvPr/>
        </p:nvCxnSpPr>
        <p:spPr>
          <a:xfrm flipV="1">
            <a:off x="6896993" y="2768886"/>
            <a:ext cx="834507" cy="1166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CF48C31-F8D6-B3D9-EF85-9F5B2B02E5E8}"/>
              </a:ext>
            </a:extLst>
          </p:cNvPr>
          <p:cNvCxnSpPr>
            <a:cxnSpLocks/>
            <a:stCxn id="15" idx="3"/>
            <a:endCxn id="76" idx="1"/>
          </p:cNvCxnSpPr>
          <p:nvPr/>
        </p:nvCxnSpPr>
        <p:spPr>
          <a:xfrm>
            <a:off x="6896993" y="3453315"/>
            <a:ext cx="834503" cy="4055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3FBA30D7-364A-1428-BF36-80895A3BA3FC}"/>
              </a:ext>
            </a:extLst>
          </p:cNvPr>
          <p:cNvSpPr/>
          <p:nvPr/>
        </p:nvSpPr>
        <p:spPr>
          <a:xfrm>
            <a:off x="7731496" y="3144884"/>
            <a:ext cx="1594957" cy="6249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49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81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17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7B103AAB-5A76-2CD8-7E5E-743650622F13}"/>
              </a:ext>
            </a:extLst>
          </p:cNvPr>
          <p:cNvSpPr/>
          <p:nvPr/>
        </p:nvSpPr>
        <p:spPr>
          <a:xfrm>
            <a:off x="7731495" y="3826818"/>
            <a:ext cx="1594957" cy="6249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14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20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18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E3116497-F164-5B56-6D64-6F2ADC689C43}"/>
              </a:ext>
            </a:extLst>
          </p:cNvPr>
          <p:cNvCxnSpPr>
            <a:cxnSpLocks/>
            <a:stCxn id="18" idx="3"/>
            <a:endCxn id="77" idx="1"/>
          </p:cNvCxnSpPr>
          <p:nvPr/>
        </p:nvCxnSpPr>
        <p:spPr>
          <a:xfrm>
            <a:off x="6896993" y="4139304"/>
            <a:ext cx="834502" cy="0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74F2CA42-4BE5-5196-E43A-EA04269A9E56}"/>
              </a:ext>
            </a:extLst>
          </p:cNvPr>
          <p:cNvSpPr/>
          <p:nvPr/>
        </p:nvSpPr>
        <p:spPr>
          <a:xfrm>
            <a:off x="7731500" y="4533716"/>
            <a:ext cx="1594957" cy="6411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28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7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84EF56EE-3F3E-80CB-6BD3-388F854B322C}"/>
              </a:ext>
            </a:extLst>
          </p:cNvPr>
          <p:cNvCxnSpPr>
            <a:cxnSpLocks/>
          </p:cNvCxnSpPr>
          <p:nvPr/>
        </p:nvCxnSpPr>
        <p:spPr>
          <a:xfrm flipV="1">
            <a:off x="6896993" y="4868042"/>
            <a:ext cx="834507" cy="1251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BAF1C394-3A93-C03F-E98D-CE85BC42C005}"/>
              </a:ext>
            </a:extLst>
          </p:cNvPr>
          <p:cNvCxnSpPr>
            <a:cxnSpLocks/>
            <a:stCxn id="24" idx="3"/>
            <a:endCxn id="85" idx="1"/>
          </p:cNvCxnSpPr>
          <p:nvPr/>
        </p:nvCxnSpPr>
        <p:spPr>
          <a:xfrm>
            <a:off x="6896993" y="5543282"/>
            <a:ext cx="834661" cy="1429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9E4BA89E-E082-DB11-28F9-3FACA3F5818C}"/>
              </a:ext>
            </a:extLst>
          </p:cNvPr>
          <p:cNvSpPr/>
          <p:nvPr/>
        </p:nvSpPr>
        <p:spPr>
          <a:xfrm>
            <a:off x="7731654" y="5232225"/>
            <a:ext cx="1594957" cy="6249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20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23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15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949D7C97-107A-C62B-4E32-BF1269B84ACB}"/>
              </a:ext>
            </a:extLst>
          </p:cNvPr>
          <p:cNvSpPr/>
          <p:nvPr/>
        </p:nvSpPr>
        <p:spPr>
          <a:xfrm>
            <a:off x="7731495" y="5920682"/>
            <a:ext cx="1594957" cy="6249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19</a:t>
            </a:r>
          </a:p>
          <a:p>
            <a:pPr algn="ctr">
              <a:lnSpc>
                <a:spcPts val="1600"/>
              </a:lnSpc>
            </a:pPr>
            <a:r>
              <a:rPr kumimoji="1" lang="en-US" altLang="ja-JP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8~14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27</a:t>
            </a:r>
          </a:p>
          <a:p>
            <a:pPr algn="ctr">
              <a:lnSpc>
                <a:spcPts val="1600"/>
              </a:lnSpc>
            </a:pPr>
            <a:r>
              <a:rPr lang="ja-JP" altLang="en-US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ja-JP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ja-JP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63</a:t>
            </a:r>
            <a:endParaRPr kumimoji="1" lang="ja-JP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C9B4EF8C-1EBA-AD28-F5D1-9415004928F9}"/>
              </a:ext>
            </a:extLst>
          </p:cNvPr>
          <p:cNvCxnSpPr>
            <a:cxnSpLocks/>
            <a:stCxn id="27" idx="3"/>
            <a:endCxn id="86" idx="1"/>
          </p:cNvCxnSpPr>
          <p:nvPr/>
        </p:nvCxnSpPr>
        <p:spPr>
          <a:xfrm flipV="1">
            <a:off x="6896993" y="6233168"/>
            <a:ext cx="834502" cy="1051"/>
          </a:xfrm>
          <a:prstGeom prst="straightConnector1">
            <a:avLst/>
          </a:prstGeom>
          <a:ln w="25400">
            <a:solidFill>
              <a:schemeClr val="tx1"/>
            </a:solidFill>
            <a:headEnd w="med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54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F760913E-EE00-D47A-8703-86EBBF9C18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3955009"/>
              </p:ext>
            </p:extLst>
          </p:nvPr>
        </p:nvGraphicFramePr>
        <p:xfrm>
          <a:off x="896712" y="362386"/>
          <a:ext cx="8416408" cy="3075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6E51BB8-156E-138E-359E-0CE60E9F5148}"/>
              </a:ext>
            </a:extLst>
          </p:cNvPr>
          <p:cNvSpPr/>
          <p:nvPr/>
        </p:nvSpPr>
        <p:spPr>
          <a:xfrm>
            <a:off x="1802235" y="513308"/>
            <a:ext cx="311094" cy="170868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D492C69-CA53-5516-92E4-790A55D4C72A}"/>
              </a:ext>
            </a:extLst>
          </p:cNvPr>
          <p:cNvSpPr/>
          <p:nvPr/>
        </p:nvSpPr>
        <p:spPr>
          <a:xfrm>
            <a:off x="3490826" y="513308"/>
            <a:ext cx="459381" cy="170868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AA143CA-1FE4-931E-6B02-5DD28F66E0CC}"/>
              </a:ext>
            </a:extLst>
          </p:cNvPr>
          <p:cNvSpPr/>
          <p:nvPr/>
        </p:nvSpPr>
        <p:spPr>
          <a:xfrm>
            <a:off x="4277210" y="513308"/>
            <a:ext cx="395373" cy="170868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18909EB-6A2D-AC57-D957-6278E68F1365}"/>
              </a:ext>
            </a:extLst>
          </p:cNvPr>
          <p:cNvSpPr/>
          <p:nvPr/>
        </p:nvSpPr>
        <p:spPr>
          <a:xfrm>
            <a:off x="4750666" y="513308"/>
            <a:ext cx="497990" cy="170868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25C7EFC5-654B-A601-DC2A-FC88ADFE2E84}"/>
              </a:ext>
            </a:extLst>
          </p:cNvPr>
          <p:cNvSpPr/>
          <p:nvPr/>
        </p:nvSpPr>
        <p:spPr>
          <a:xfrm>
            <a:off x="1936537" y="1225296"/>
            <a:ext cx="210312" cy="32004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B631B30-0A8E-863B-1435-3BF42D08D8F1}"/>
              </a:ext>
            </a:extLst>
          </p:cNvPr>
          <p:cNvSpPr/>
          <p:nvPr/>
        </p:nvSpPr>
        <p:spPr>
          <a:xfrm>
            <a:off x="1785279" y="725007"/>
            <a:ext cx="1297305" cy="493776"/>
          </a:xfrm>
          <a:prstGeom prst="rect">
            <a:avLst/>
          </a:prstGeom>
          <a:solidFill>
            <a:schemeClr val="bg1">
              <a:alpha val="50000"/>
            </a:schemeClr>
          </a:solidFill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1</a:t>
            </a:r>
          </a:p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11-12, 2020</a:t>
            </a:r>
            <a:endParaRPr kumimoji="1" lang="ja-JP" alt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矢印: 下 16">
            <a:extLst>
              <a:ext uri="{FF2B5EF4-FFF2-40B4-BE49-F238E27FC236}">
                <a16:creationId xmlns:a16="http://schemas.microsoft.com/office/drawing/2014/main" id="{D1AD5B7E-50CB-A7CE-028F-1E966043CACD}"/>
              </a:ext>
            </a:extLst>
          </p:cNvPr>
          <p:cNvSpPr/>
          <p:nvPr/>
        </p:nvSpPr>
        <p:spPr>
          <a:xfrm>
            <a:off x="4517152" y="1225296"/>
            <a:ext cx="210312" cy="32004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7DB351C-7EEF-7D56-CE76-59409BAC05AA}"/>
              </a:ext>
            </a:extLst>
          </p:cNvPr>
          <p:cNvSpPr/>
          <p:nvPr/>
        </p:nvSpPr>
        <p:spPr>
          <a:xfrm>
            <a:off x="3889146" y="725007"/>
            <a:ext cx="1289678" cy="493776"/>
          </a:xfrm>
          <a:prstGeom prst="rect">
            <a:avLst/>
          </a:prstGeom>
          <a:solidFill>
            <a:schemeClr val="bg1">
              <a:alpha val="50000"/>
            </a:schemeClr>
          </a:solidFill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2</a:t>
            </a:r>
          </a:p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June 14-20, 2021</a:t>
            </a:r>
            <a:endParaRPr kumimoji="1" lang="ja-JP" alt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矢印: 下 18">
            <a:extLst>
              <a:ext uri="{FF2B5EF4-FFF2-40B4-BE49-F238E27FC236}">
                <a16:creationId xmlns:a16="http://schemas.microsoft.com/office/drawing/2014/main" id="{CCC2545E-9082-0E85-0A27-C57FB6268A24}"/>
              </a:ext>
            </a:extLst>
          </p:cNvPr>
          <p:cNvSpPr/>
          <p:nvPr/>
        </p:nvSpPr>
        <p:spPr>
          <a:xfrm>
            <a:off x="6745224" y="1213723"/>
            <a:ext cx="210312" cy="32004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7BB881C-2358-C94E-8CB3-4C6E4683606F}"/>
              </a:ext>
            </a:extLst>
          </p:cNvPr>
          <p:cNvSpPr/>
          <p:nvPr/>
        </p:nvSpPr>
        <p:spPr>
          <a:xfrm>
            <a:off x="5823240" y="725007"/>
            <a:ext cx="1271950" cy="493776"/>
          </a:xfrm>
          <a:prstGeom prst="rect">
            <a:avLst/>
          </a:prstGeom>
          <a:solidFill>
            <a:schemeClr val="bg1">
              <a:alpha val="50000"/>
            </a:schemeClr>
          </a:solidFill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3</a:t>
            </a:r>
          </a:p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13-30, 2022</a:t>
            </a:r>
            <a:endParaRPr kumimoji="1" lang="ja-JP" alt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グラフ 20">
            <a:extLst>
              <a:ext uri="{FF2B5EF4-FFF2-40B4-BE49-F238E27FC236}">
                <a16:creationId xmlns:a16="http://schemas.microsoft.com/office/drawing/2014/main" id="{1D104047-4DE1-420F-B364-314CDA19C7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2910134"/>
              </p:ext>
            </p:extLst>
          </p:nvPr>
        </p:nvGraphicFramePr>
        <p:xfrm>
          <a:off x="1104264" y="3297969"/>
          <a:ext cx="9932544" cy="3219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右大かっこ 21">
            <a:extLst>
              <a:ext uri="{FF2B5EF4-FFF2-40B4-BE49-F238E27FC236}">
                <a16:creationId xmlns:a16="http://schemas.microsoft.com/office/drawing/2014/main" id="{E45EFE80-815E-74C6-9055-1C8F8820B37E}"/>
              </a:ext>
            </a:extLst>
          </p:cNvPr>
          <p:cNvSpPr/>
          <p:nvPr/>
        </p:nvSpPr>
        <p:spPr>
          <a:xfrm rot="5400000">
            <a:off x="4342400" y="3758752"/>
            <a:ext cx="195667" cy="5309911"/>
          </a:xfrm>
          <a:prstGeom prst="righ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73D4A68-790B-DBEC-E229-FFB20411EA43}"/>
              </a:ext>
            </a:extLst>
          </p:cNvPr>
          <p:cNvSpPr txBox="1"/>
          <p:nvPr/>
        </p:nvSpPr>
        <p:spPr>
          <a:xfrm>
            <a:off x="3645056" y="6505344"/>
            <a:ext cx="1590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右大かっこ 23">
            <a:extLst>
              <a:ext uri="{FF2B5EF4-FFF2-40B4-BE49-F238E27FC236}">
                <a16:creationId xmlns:a16="http://schemas.microsoft.com/office/drawing/2014/main" id="{D9B1FC76-17A5-C494-81B9-E6C2459FDF15}"/>
              </a:ext>
            </a:extLst>
          </p:cNvPr>
          <p:cNvSpPr/>
          <p:nvPr/>
        </p:nvSpPr>
        <p:spPr>
          <a:xfrm rot="5400000">
            <a:off x="8895014" y="4516051"/>
            <a:ext cx="195665" cy="3795315"/>
          </a:xfrm>
          <a:prstGeom prst="righ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001FB84-253B-C6AE-7BC7-7D2D3EA62862}"/>
              </a:ext>
            </a:extLst>
          </p:cNvPr>
          <p:cNvSpPr txBox="1"/>
          <p:nvPr/>
        </p:nvSpPr>
        <p:spPr>
          <a:xfrm>
            <a:off x="8405018" y="6492934"/>
            <a:ext cx="1175657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矢印: 下 25">
            <a:extLst>
              <a:ext uri="{FF2B5EF4-FFF2-40B4-BE49-F238E27FC236}">
                <a16:creationId xmlns:a16="http://schemas.microsoft.com/office/drawing/2014/main" id="{860B717D-4045-F9E6-E211-E393028B535C}"/>
              </a:ext>
            </a:extLst>
          </p:cNvPr>
          <p:cNvSpPr/>
          <p:nvPr/>
        </p:nvSpPr>
        <p:spPr>
          <a:xfrm>
            <a:off x="9933986" y="4073746"/>
            <a:ext cx="210312" cy="32004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6497E87-4C00-25C4-4EB5-B748B2FFAB6E}"/>
              </a:ext>
            </a:extLst>
          </p:cNvPr>
          <p:cNvSpPr/>
          <p:nvPr/>
        </p:nvSpPr>
        <p:spPr>
          <a:xfrm>
            <a:off x="9012002" y="3585030"/>
            <a:ext cx="1271950" cy="493776"/>
          </a:xfrm>
          <a:prstGeom prst="rect">
            <a:avLst/>
          </a:prstGeom>
          <a:solidFill>
            <a:schemeClr val="bg1">
              <a:alpha val="50000"/>
            </a:schemeClr>
          </a:solidFill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4</a:t>
            </a:r>
          </a:p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10-17, 2024</a:t>
            </a:r>
            <a:endParaRPr kumimoji="1" lang="ja-JP" alt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2929FD8-4903-E592-533F-69A9D74F2D82}"/>
              </a:ext>
            </a:extLst>
          </p:cNvPr>
          <p:cNvSpPr txBox="1"/>
          <p:nvPr/>
        </p:nvSpPr>
        <p:spPr>
          <a:xfrm>
            <a:off x="15240" y="4617720"/>
            <a:ext cx="1211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定点あたり報告数⇒</a:t>
            </a:r>
            <a:endParaRPr kumimoji="1" lang="ja-JP" altLang="en-US" dirty="0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5940FEAD-10D1-C249-0C03-0BE888746563}"/>
              </a:ext>
            </a:extLst>
          </p:cNvPr>
          <p:cNvGrpSpPr/>
          <p:nvPr/>
        </p:nvGrpSpPr>
        <p:grpSpPr>
          <a:xfrm>
            <a:off x="6925059" y="63466"/>
            <a:ext cx="5885690" cy="456783"/>
            <a:chOff x="6925059" y="63466"/>
            <a:chExt cx="5885690" cy="456783"/>
          </a:xfrm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FC97E032-DEDD-83FD-ADF9-4AEFD65DC1E0}"/>
                </a:ext>
              </a:extLst>
            </p:cNvPr>
            <p:cNvSpPr/>
            <p:nvPr/>
          </p:nvSpPr>
          <p:spPr>
            <a:xfrm>
              <a:off x="7060695" y="179159"/>
              <a:ext cx="310897" cy="21031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2EABA623-5CBE-6602-A3CD-A7A097E26A5C}"/>
                </a:ext>
              </a:extLst>
            </p:cNvPr>
            <p:cNvSpPr txBox="1"/>
            <p:nvPr/>
          </p:nvSpPr>
          <p:spPr>
            <a:xfrm>
              <a:off x="7353304" y="138566"/>
              <a:ext cx="25328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The period of the state of emergency</a:t>
              </a:r>
              <a:endParaRPr kumimoji="1" lang="ja-JP" altLang="en-US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矢印: 下 30">
              <a:extLst>
                <a:ext uri="{FF2B5EF4-FFF2-40B4-BE49-F238E27FC236}">
                  <a16:creationId xmlns:a16="http://schemas.microsoft.com/office/drawing/2014/main" id="{ED596701-E4B0-F368-1C64-FE9914B8B9A1}"/>
                </a:ext>
              </a:extLst>
            </p:cNvPr>
            <p:cNvSpPr/>
            <p:nvPr/>
          </p:nvSpPr>
          <p:spPr>
            <a:xfrm rot="16200000">
              <a:off x="10049261" y="131177"/>
              <a:ext cx="210312" cy="320040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06097B2-BE58-0913-10E2-4BFE707DE745}"/>
                </a:ext>
              </a:extLst>
            </p:cNvPr>
            <p:cNvSpPr txBox="1"/>
            <p:nvPr/>
          </p:nvSpPr>
          <p:spPr>
            <a:xfrm>
              <a:off x="10277861" y="154013"/>
              <a:ext cx="25328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The time of our survey</a:t>
              </a:r>
              <a:endParaRPr kumimoji="1" lang="ja-JP" altLang="en-US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BDEB5F7C-EFCB-D7C2-7CBB-501C09402196}"/>
                </a:ext>
              </a:extLst>
            </p:cNvPr>
            <p:cNvSpPr/>
            <p:nvPr/>
          </p:nvSpPr>
          <p:spPr>
            <a:xfrm>
              <a:off x="6925059" y="63466"/>
              <a:ext cx="4983481" cy="456783"/>
            </a:xfrm>
            <a:prstGeom prst="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0751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694</Words>
  <Application>Microsoft Macintosh PowerPoint</Application>
  <PresentationFormat>ワイド画面</PresentationFormat>
  <Paragraphs>126</Paragraphs>
  <Slides>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ヒラギノ角ゴ Pro W3</vt:lpstr>
      <vt:lpstr>游ゴシック</vt:lpstr>
      <vt:lpstr>游ゴシック Light</vt:lpstr>
      <vt:lpstr>Arial</vt:lpstr>
      <vt:lpstr>Calibri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菅谷 渚 / SUGAYA Nagisa</dc:creator>
  <cp:lastModifiedBy>Tetsuya Yamamoto</cp:lastModifiedBy>
  <cp:revision>2</cp:revision>
  <dcterms:created xsi:type="dcterms:W3CDTF">2024-09-11T23:34:21Z</dcterms:created>
  <dcterms:modified xsi:type="dcterms:W3CDTF">2024-09-19T03:17:26Z</dcterms:modified>
</cp:coreProperties>
</file>